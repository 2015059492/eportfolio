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64" r:id="rId2"/>
  </p:sldIdLst>
  <p:sldSz cx="32918400" cy="21945600"/>
  <p:notesSz cx="9144000" cy="14605000"/>
  <p:custDataLst>
    <p:tags r:id="rId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325755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65151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977265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30302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1628775" algn="l" defTabSz="65151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1954530" algn="l" defTabSz="65151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2280285" algn="l" defTabSz="65151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2606040" algn="l" defTabSz="651510" rtl="0" eaLnBrk="1" latinLnBrk="0" hangingPunct="1">
      <a:defRPr sz="16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002E"/>
    <a:srgbClr val="9A0000"/>
    <a:srgbClr val="000000"/>
    <a:srgbClr val="CC1002"/>
    <a:srgbClr val="DFAA01"/>
    <a:srgbClr val="DFAF02"/>
    <a:srgbClr val="D2FF01"/>
    <a:srgbClr val="DFAF01"/>
    <a:srgbClr val="E8C1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7466" autoAdjust="0"/>
    <p:restoredTop sz="96301" autoAdjust="0"/>
  </p:normalViewPr>
  <p:slideViewPr>
    <p:cSldViewPr>
      <p:cViewPr varScale="1">
        <p:scale>
          <a:sx n="41" d="100"/>
          <a:sy n="41" d="100"/>
        </p:scale>
        <p:origin x="1680" y="216"/>
      </p:cViewPr>
      <p:guideLst>
        <p:guide orient="horz" pos="6912"/>
        <p:guide pos="10368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0813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678" tIns="67837" rIns="135678" bIns="67837" numCol="1" anchor="t" anchorCtr="0" compatLnSpc="1">
            <a:prstTxWarp prst="textNoShape">
              <a:avLst/>
            </a:prstTxWarp>
          </a:bodyPr>
          <a:lstStyle>
            <a:lvl1pPr defTabSz="1356848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3188" y="0"/>
            <a:ext cx="3960812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678" tIns="67837" rIns="135678" bIns="67837" numCol="1" anchor="t" anchorCtr="0" compatLnSpc="1">
            <a:prstTxWarp prst="textNoShape">
              <a:avLst/>
            </a:prstTxWarp>
          </a:bodyPr>
          <a:lstStyle>
            <a:lvl1pPr algn="r" defTabSz="1356848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3874750"/>
            <a:ext cx="3960813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678" tIns="67837" rIns="135678" bIns="67837" numCol="1" anchor="b" anchorCtr="0" compatLnSpc="1">
            <a:prstTxWarp prst="textNoShape">
              <a:avLst/>
            </a:prstTxWarp>
          </a:bodyPr>
          <a:lstStyle>
            <a:lvl1pPr defTabSz="1356848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5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3188" y="13874750"/>
            <a:ext cx="3960812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5678" tIns="67837" rIns="135678" bIns="67837" numCol="1" anchor="b" anchorCtr="0" compatLnSpc="1">
            <a:prstTxWarp prst="textNoShape">
              <a:avLst/>
            </a:prstTxWarp>
          </a:bodyPr>
          <a:lstStyle>
            <a:lvl1pPr algn="r" defTabSz="1356848">
              <a:defRPr sz="1800"/>
            </a:lvl1pPr>
          </a:lstStyle>
          <a:p>
            <a:pPr>
              <a:defRPr/>
            </a:pPr>
            <a:fld id="{200DCCFD-C31A-42B2-922A-BCB46C970B0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858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7302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7302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B3E1A59-466F-4F41-9E5E-F7591DA63F96}" type="datetimeFigureOut">
              <a:rPr lang="en-US"/>
              <a:pPr>
                <a:defRPr/>
              </a:pPr>
              <a:t>3/20/26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65138" y="1095375"/>
            <a:ext cx="8213725" cy="54768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6937375"/>
            <a:ext cx="7315200" cy="6572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71575"/>
            <a:ext cx="3962400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13871575"/>
            <a:ext cx="3962400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678C0B9-A602-432E-A4A4-75019EB741D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050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25755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5151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977265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0302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628775" algn="l" defTabSz="65151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954530" algn="l" defTabSz="65151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280285" algn="l" defTabSz="65151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606040" algn="l" defTabSz="65151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65138" y="1095375"/>
            <a:ext cx="8213725" cy="54768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ZA"/>
          </a:p>
        </p:txBody>
      </p:sp>
      <p:sp>
        <p:nvSpPr>
          <p:cNvPr id="40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41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ABACDFE-9516-43F6-ADF5-240A21B36C6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50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093" y="6817661"/>
            <a:ext cx="27980217" cy="47042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8185" y="12436288"/>
            <a:ext cx="23042033" cy="5607424"/>
          </a:xfrm>
        </p:spPr>
        <p:txBody>
          <a:bodyPr/>
          <a:lstStyle>
            <a:lvl1pPr marL="0" indent="0" algn="ctr">
              <a:buNone/>
              <a:defRPr/>
            </a:lvl1pPr>
            <a:lvl2pPr marL="325755" indent="0" algn="ctr">
              <a:buNone/>
              <a:defRPr/>
            </a:lvl2pPr>
            <a:lvl3pPr marL="651510" indent="0" algn="ctr">
              <a:buNone/>
              <a:defRPr/>
            </a:lvl3pPr>
            <a:lvl4pPr marL="977265" indent="0" algn="ctr">
              <a:buNone/>
              <a:defRPr/>
            </a:lvl4pPr>
            <a:lvl5pPr marL="1303020" indent="0" algn="ctr">
              <a:buNone/>
              <a:defRPr/>
            </a:lvl5pPr>
            <a:lvl6pPr marL="1628775" indent="0" algn="ctr">
              <a:buNone/>
              <a:defRPr/>
            </a:lvl6pPr>
            <a:lvl7pPr marL="1954530" indent="0" algn="ctr">
              <a:buNone/>
              <a:defRPr/>
            </a:lvl7pPr>
            <a:lvl8pPr marL="2280285" indent="0" algn="ctr">
              <a:buNone/>
              <a:defRPr/>
            </a:lvl8pPr>
            <a:lvl9pPr marL="260604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6B7B9-B881-4E01-AB78-FCC522EC70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8C3E81-7E51-443F-B40F-5999532D29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6" y="14102605"/>
            <a:ext cx="27980217" cy="4357967"/>
          </a:xfrm>
        </p:spPr>
        <p:txBody>
          <a:bodyPr anchor="t"/>
          <a:lstStyle>
            <a:lvl1pPr algn="l">
              <a:defRPr sz="29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6" y="9302003"/>
            <a:ext cx="27980217" cy="4800600"/>
          </a:xfrm>
        </p:spPr>
        <p:txBody>
          <a:bodyPr anchor="b"/>
          <a:lstStyle>
            <a:lvl1pPr marL="0" indent="0">
              <a:buNone/>
              <a:defRPr sz="1400"/>
            </a:lvl1pPr>
            <a:lvl2pPr marL="325755" indent="0">
              <a:buNone/>
              <a:defRPr sz="1300"/>
            </a:lvl2pPr>
            <a:lvl3pPr marL="651510" indent="0">
              <a:buNone/>
              <a:defRPr sz="1100"/>
            </a:lvl3pPr>
            <a:lvl4pPr marL="977265" indent="0">
              <a:buNone/>
              <a:defRPr sz="1000"/>
            </a:lvl4pPr>
            <a:lvl5pPr marL="1303020" indent="0">
              <a:buNone/>
              <a:defRPr sz="1000"/>
            </a:lvl5pPr>
            <a:lvl6pPr marL="1628775" indent="0">
              <a:buNone/>
              <a:defRPr sz="1000"/>
            </a:lvl6pPr>
            <a:lvl7pPr marL="1954530" indent="0">
              <a:buNone/>
              <a:defRPr sz="1000"/>
            </a:lvl7pPr>
            <a:lvl8pPr marL="2280285" indent="0">
              <a:buNone/>
              <a:defRPr sz="1000"/>
            </a:lvl8pPr>
            <a:lvl9pPr marL="2606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7BB88A-415D-47A2-BB40-D284E7C9FA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69092" y="6339168"/>
            <a:ext cx="13939309" cy="1316803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0001" y="6339168"/>
            <a:ext cx="13939309" cy="13168032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B6F26E-F264-488B-9BFB-6467C996496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10" y="878541"/>
            <a:ext cx="29626983" cy="3657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709" y="4912661"/>
            <a:ext cx="14544675" cy="2047315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5755" indent="0">
              <a:buNone/>
              <a:defRPr sz="1400" b="1"/>
            </a:lvl2pPr>
            <a:lvl3pPr marL="651510" indent="0">
              <a:buNone/>
              <a:defRPr sz="1300" b="1"/>
            </a:lvl3pPr>
            <a:lvl4pPr marL="977265" indent="0">
              <a:buNone/>
              <a:defRPr sz="1100" b="1"/>
            </a:lvl4pPr>
            <a:lvl5pPr marL="1303020" indent="0">
              <a:buNone/>
              <a:defRPr sz="1100" b="1"/>
            </a:lvl5pPr>
            <a:lvl6pPr marL="1628775" indent="0">
              <a:buNone/>
              <a:defRPr sz="1100" b="1"/>
            </a:lvl6pPr>
            <a:lvl7pPr marL="1954530" indent="0">
              <a:buNone/>
              <a:defRPr sz="1100" b="1"/>
            </a:lvl7pPr>
            <a:lvl8pPr marL="2280285" indent="0">
              <a:buNone/>
              <a:defRPr sz="1100" b="1"/>
            </a:lvl8pPr>
            <a:lvl9pPr marL="260604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709" y="6959975"/>
            <a:ext cx="14544675" cy="1264359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1667" y="4912661"/>
            <a:ext cx="14551026" cy="2047315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5755" indent="0">
              <a:buNone/>
              <a:defRPr sz="1400" b="1"/>
            </a:lvl2pPr>
            <a:lvl3pPr marL="651510" indent="0">
              <a:buNone/>
              <a:defRPr sz="1300" b="1"/>
            </a:lvl3pPr>
            <a:lvl4pPr marL="977265" indent="0">
              <a:buNone/>
              <a:defRPr sz="1100" b="1"/>
            </a:lvl4pPr>
            <a:lvl5pPr marL="1303020" indent="0">
              <a:buNone/>
              <a:defRPr sz="1100" b="1"/>
            </a:lvl5pPr>
            <a:lvl6pPr marL="1628775" indent="0">
              <a:buNone/>
              <a:defRPr sz="1100" b="1"/>
            </a:lvl6pPr>
            <a:lvl7pPr marL="1954530" indent="0">
              <a:buNone/>
              <a:defRPr sz="1100" b="1"/>
            </a:lvl7pPr>
            <a:lvl8pPr marL="2280285" indent="0">
              <a:buNone/>
              <a:defRPr sz="1100" b="1"/>
            </a:lvl8pPr>
            <a:lvl9pPr marL="2606040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1667" y="6959975"/>
            <a:ext cx="14551026" cy="12643597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A06EFA-8031-4EF1-BC03-4AFEA23F6E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46372E-CCA7-4864-B6C8-FEC249EDBFD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E0BE63-3B0C-4966-B2F8-372B9CC4EA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710" y="874060"/>
            <a:ext cx="10829925" cy="3718112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393" y="874061"/>
            <a:ext cx="18402301" cy="18729511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710" y="4592171"/>
            <a:ext cx="10829925" cy="15011400"/>
          </a:xfrm>
        </p:spPr>
        <p:txBody>
          <a:bodyPr/>
          <a:lstStyle>
            <a:lvl1pPr marL="0" indent="0">
              <a:buNone/>
              <a:defRPr sz="1000"/>
            </a:lvl1pPr>
            <a:lvl2pPr marL="325755" indent="0">
              <a:buNone/>
              <a:defRPr sz="900"/>
            </a:lvl2pPr>
            <a:lvl3pPr marL="651510" indent="0">
              <a:buNone/>
              <a:defRPr sz="700"/>
            </a:lvl3pPr>
            <a:lvl4pPr marL="977265" indent="0">
              <a:buNone/>
              <a:defRPr sz="600"/>
            </a:lvl4pPr>
            <a:lvl5pPr marL="1303020" indent="0">
              <a:buNone/>
              <a:defRPr sz="600"/>
            </a:lvl5pPr>
            <a:lvl6pPr marL="1628775" indent="0">
              <a:buNone/>
              <a:defRPr sz="600"/>
            </a:lvl6pPr>
            <a:lvl7pPr marL="1954530" indent="0">
              <a:buNone/>
              <a:defRPr sz="600"/>
            </a:lvl7pPr>
            <a:lvl8pPr marL="2280285" indent="0">
              <a:buNone/>
              <a:defRPr sz="600"/>
            </a:lvl8pPr>
            <a:lvl9pPr marL="260604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8E862C-C8EB-4EF0-B8D5-178897BDC41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659" y="15362147"/>
            <a:ext cx="19750617" cy="1813111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659" y="1961031"/>
            <a:ext cx="19750617" cy="13166912"/>
          </a:xfrm>
        </p:spPr>
        <p:txBody>
          <a:bodyPr/>
          <a:lstStyle>
            <a:lvl1pPr marL="0" indent="0">
              <a:buNone/>
              <a:defRPr sz="2300"/>
            </a:lvl1pPr>
            <a:lvl2pPr marL="325755" indent="0">
              <a:buNone/>
              <a:defRPr sz="2000"/>
            </a:lvl2pPr>
            <a:lvl3pPr marL="651510" indent="0">
              <a:buNone/>
              <a:defRPr sz="1700"/>
            </a:lvl3pPr>
            <a:lvl4pPr marL="977265" indent="0">
              <a:buNone/>
              <a:defRPr sz="1400"/>
            </a:lvl4pPr>
            <a:lvl5pPr marL="1303020" indent="0">
              <a:buNone/>
              <a:defRPr sz="1400"/>
            </a:lvl5pPr>
            <a:lvl6pPr marL="1628775" indent="0">
              <a:buNone/>
              <a:defRPr sz="1400"/>
            </a:lvl6pPr>
            <a:lvl7pPr marL="1954530" indent="0">
              <a:buNone/>
              <a:defRPr sz="1400"/>
            </a:lvl7pPr>
            <a:lvl8pPr marL="2280285" indent="0">
              <a:buNone/>
              <a:defRPr sz="1400"/>
            </a:lvl8pPr>
            <a:lvl9pPr marL="2606040" indent="0">
              <a:buNone/>
              <a:defRPr sz="14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659" y="17175256"/>
            <a:ext cx="19750617" cy="2576232"/>
          </a:xfrm>
        </p:spPr>
        <p:txBody>
          <a:bodyPr/>
          <a:lstStyle>
            <a:lvl1pPr marL="0" indent="0">
              <a:buNone/>
              <a:defRPr sz="1000"/>
            </a:lvl1pPr>
            <a:lvl2pPr marL="325755" indent="0">
              <a:buNone/>
              <a:defRPr sz="900"/>
            </a:lvl2pPr>
            <a:lvl3pPr marL="651510" indent="0">
              <a:buNone/>
              <a:defRPr sz="700"/>
            </a:lvl3pPr>
            <a:lvl4pPr marL="977265" indent="0">
              <a:buNone/>
              <a:defRPr sz="600"/>
            </a:lvl4pPr>
            <a:lvl5pPr marL="1303020" indent="0">
              <a:buNone/>
              <a:defRPr sz="600"/>
            </a:lvl5pPr>
            <a:lvl6pPr marL="1628775" indent="0">
              <a:buNone/>
              <a:defRPr sz="600"/>
            </a:lvl6pPr>
            <a:lvl7pPr marL="1954530" indent="0">
              <a:buNone/>
              <a:defRPr sz="600"/>
            </a:lvl7pPr>
            <a:lvl8pPr marL="2280285" indent="0">
              <a:buNone/>
              <a:defRPr sz="600"/>
            </a:lvl8pPr>
            <a:lvl9pPr marL="260604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528D43-15C4-4ABA-9BBB-EFDF30568C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5AE1D0-A6FC-4E82-AE17-47276BE10A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454783" y="1950944"/>
            <a:ext cx="6994525" cy="175562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9093" y="1950944"/>
            <a:ext cx="20884091" cy="17556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46802-C1B0-4B6E-8C76-169C401027E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9093" y="1950944"/>
            <a:ext cx="27980217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98912" tIns="149453" rIns="298912" bIns="14945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69093" y="6339168"/>
            <a:ext cx="27980217" cy="1316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298912" tIns="149453" rIns="298912" bIns="1494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69092" y="19994658"/>
            <a:ext cx="6858000" cy="146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98912" tIns="149453" rIns="298912" bIns="149453" numCol="1" anchor="t" anchorCtr="0" compatLnSpc="1">
            <a:prstTxWarp prst="textNoShape">
              <a:avLst/>
            </a:prstTxWarp>
          </a:bodyPr>
          <a:lstStyle>
            <a:lvl1pPr>
              <a:defRPr sz="4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6910" y="19994658"/>
            <a:ext cx="10424583" cy="146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98912" tIns="149453" rIns="298912" bIns="149453" numCol="1" anchor="t" anchorCtr="0" compatLnSpc="1">
            <a:prstTxWarp prst="textNoShape">
              <a:avLst/>
            </a:prstTxWarp>
          </a:bodyPr>
          <a:lstStyle>
            <a:lvl1pPr algn="ctr">
              <a:defRPr sz="4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308" y="19994658"/>
            <a:ext cx="6858000" cy="146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98912" tIns="149453" rIns="298912" bIns="149453" numCol="1" anchor="t" anchorCtr="0" compatLnSpc="1">
            <a:prstTxWarp prst="textNoShape">
              <a:avLst/>
            </a:prstTxWarp>
          </a:bodyPr>
          <a:lstStyle>
            <a:lvl1pPr algn="r">
              <a:defRPr sz="4400"/>
            </a:lvl1pPr>
          </a:lstStyle>
          <a:p>
            <a:pPr>
              <a:defRPr/>
            </a:pPr>
            <a:fld id="{967884A1-535D-449B-A302-E0ACED78B7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92874" rtl="0" eaLnBrk="0" fontAlgn="base" hangingPunct="0">
        <a:spcBef>
          <a:spcPct val="0"/>
        </a:spcBef>
        <a:spcAft>
          <a:spcPct val="0"/>
        </a:spcAft>
        <a:defRPr sz="14400">
          <a:solidFill>
            <a:schemeClr val="tx2"/>
          </a:solidFill>
          <a:latin typeface="+mj-lt"/>
          <a:ea typeface="+mj-ea"/>
          <a:cs typeface="+mj-cs"/>
        </a:defRPr>
      </a:lvl1pPr>
      <a:lvl2pPr algn="ctr" defTabSz="2992874" rtl="0" eaLnBrk="0" fontAlgn="base" hangingPunct="0">
        <a:spcBef>
          <a:spcPct val="0"/>
        </a:spcBef>
        <a:spcAft>
          <a:spcPct val="0"/>
        </a:spcAft>
        <a:defRPr sz="14400">
          <a:solidFill>
            <a:schemeClr val="tx2"/>
          </a:solidFill>
          <a:latin typeface="Times New Roman" pitchFamily="18" charset="0"/>
        </a:defRPr>
      </a:lvl2pPr>
      <a:lvl3pPr algn="ctr" defTabSz="2992874" rtl="0" eaLnBrk="0" fontAlgn="base" hangingPunct="0">
        <a:spcBef>
          <a:spcPct val="0"/>
        </a:spcBef>
        <a:spcAft>
          <a:spcPct val="0"/>
        </a:spcAft>
        <a:defRPr sz="14400">
          <a:solidFill>
            <a:schemeClr val="tx2"/>
          </a:solidFill>
          <a:latin typeface="Times New Roman" pitchFamily="18" charset="0"/>
        </a:defRPr>
      </a:lvl3pPr>
      <a:lvl4pPr algn="ctr" defTabSz="2992874" rtl="0" eaLnBrk="0" fontAlgn="base" hangingPunct="0">
        <a:spcBef>
          <a:spcPct val="0"/>
        </a:spcBef>
        <a:spcAft>
          <a:spcPct val="0"/>
        </a:spcAft>
        <a:defRPr sz="14400">
          <a:solidFill>
            <a:schemeClr val="tx2"/>
          </a:solidFill>
          <a:latin typeface="Times New Roman" pitchFamily="18" charset="0"/>
        </a:defRPr>
      </a:lvl4pPr>
      <a:lvl5pPr algn="ctr" defTabSz="2992874" rtl="0" eaLnBrk="0" fontAlgn="base" hangingPunct="0">
        <a:spcBef>
          <a:spcPct val="0"/>
        </a:spcBef>
        <a:spcAft>
          <a:spcPct val="0"/>
        </a:spcAft>
        <a:defRPr sz="14400">
          <a:solidFill>
            <a:schemeClr val="tx2"/>
          </a:solidFill>
          <a:latin typeface="Times New Roman" pitchFamily="18" charset="0"/>
        </a:defRPr>
      </a:lvl5pPr>
      <a:lvl6pPr marL="325755" algn="ctr" defTabSz="2992874" rtl="0" fontAlgn="base">
        <a:spcBef>
          <a:spcPct val="0"/>
        </a:spcBef>
        <a:spcAft>
          <a:spcPct val="0"/>
        </a:spcAft>
        <a:defRPr sz="14400">
          <a:solidFill>
            <a:schemeClr val="tx2"/>
          </a:solidFill>
          <a:latin typeface="Times New Roman" pitchFamily="18" charset="0"/>
        </a:defRPr>
      </a:lvl6pPr>
      <a:lvl7pPr marL="651510" algn="ctr" defTabSz="2992874" rtl="0" fontAlgn="base">
        <a:spcBef>
          <a:spcPct val="0"/>
        </a:spcBef>
        <a:spcAft>
          <a:spcPct val="0"/>
        </a:spcAft>
        <a:defRPr sz="14400">
          <a:solidFill>
            <a:schemeClr val="tx2"/>
          </a:solidFill>
          <a:latin typeface="Times New Roman" pitchFamily="18" charset="0"/>
        </a:defRPr>
      </a:lvl7pPr>
      <a:lvl8pPr marL="977265" algn="ctr" defTabSz="2992874" rtl="0" fontAlgn="base">
        <a:spcBef>
          <a:spcPct val="0"/>
        </a:spcBef>
        <a:spcAft>
          <a:spcPct val="0"/>
        </a:spcAft>
        <a:defRPr sz="14400">
          <a:solidFill>
            <a:schemeClr val="tx2"/>
          </a:solidFill>
          <a:latin typeface="Times New Roman" pitchFamily="18" charset="0"/>
        </a:defRPr>
      </a:lvl8pPr>
      <a:lvl9pPr marL="1303020" algn="ctr" defTabSz="2992874" rtl="0" fontAlgn="base">
        <a:spcBef>
          <a:spcPct val="0"/>
        </a:spcBef>
        <a:spcAft>
          <a:spcPct val="0"/>
        </a:spcAft>
        <a:defRPr sz="14400">
          <a:solidFill>
            <a:schemeClr val="tx2"/>
          </a:solidFill>
          <a:latin typeface="Times New Roman" pitchFamily="18" charset="0"/>
        </a:defRPr>
      </a:lvl9pPr>
    </p:titleStyle>
    <p:bodyStyle>
      <a:lvl1pPr marL="1120914" indent="-1120914" algn="l" defTabSz="2992874" rtl="0" eaLnBrk="0" fontAlgn="base" hangingPunct="0">
        <a:spcBef>
          <a:spcPct val="20000"/>
        </a:spcBef>
        <a:spcAft>
          <a:spcPct val="0"/>
        </a:spcAft>
        <a:buChar char="•"/>
        <a:defRPr sz="10600">
          <a:solidFill>
            <a:schemeClr val="tx1"/>
          </a:solidFill>
          <a:latin typeface="+mn-lt"/>
          <a:ea typeface="+mn-ea"/>
          <a:cs typeface="+mn-cs"/>
        </a:defRPr>
      </a:lvl1pPr>
      <a:lvl2pPr marL="2431852" indent="-935415" algn="l" defTabSz="2992874" rtl="0" eaLnBrk="0" fontAlgn="base" hangingPunct="0">
        <a:spcBef>
          <a:spcPct val="20000"/>
        </a:spcBef>
        <a:spcAft>
          <a:spcPct val="0"/>
        </a:spcAft>
        <a:buChar char="–"/>
        <a:defRPr sz="9300">
          <a:solidFill>
            <a:schemeClr val="tx1"/>
          </a:solidFill>
          <a:latin typeface="+mn-lt"/>
        </a:defRPr>
      </a:lvl2pPr>
      <a:lvl3pPr marL="3738265" indent="-745391" algn="l" defTabSz="2992874" rtl="0" eaLnBrk="0" fontAlgn="base" hangingPunct="0">
        <a:spcBef>
          <a:spcPct val="20000"/>
        </a:spcBef>
        <a:spcAft>
          <a:spcPct val="0"/>
        </a:spcAft>
        <a:buChar char="•"/>
        <a:defRPr sz="7900">
          <a:solidFill>
            <a:schemeClr val="tx1"/>
          </a:solidFill>
          <a:latin typeface="+mn-lt"/>
        </a:defRPr>
      </a:lvl3pPr>
      <a:lvl4pPr marL="5233571" indent="-751046" algn="l" defTabSz="2992874" rtl="0" eaLnBrk="0" fontAlgn="base" hangingPunct="0">
        <a:spcBef>
          <a:spcPct val="20000"/>
        </a:spcBef>
        <a:spcAft>
          <a:spcPct val="0"/>
        </a:spcAft>
        <a:buChar char="–"/>
        <a:defRPr sz="6600">
          <a:solidFill>
            <a:schemeClr val="tx1"/>
          </a:solidFill>
          <a:latin typeface="+mn-lt"/>
        </a:defRPr>
      </a:lvl4pPr>
      <a:lvl5pPr marL="6728877" indent="-749916" algn="l" defTabSz="2992874" rtl="0" eaLnBrk="0" fontAlgn="base" hangingPunct="0">
        <a:spcBef>
          <a:spcPct val="20000"/>
        </a:spcBef>
        <a:spcAft>
          <a:spcPct val="0"/>
        </a:spcAft>
        <a:buChar char="»"/>
        <a:defRPr sz="6600">
          <a:solidFill>
            <a:schemeClr val="tx1"/>
          </a:solidFill>
          <a:latin typeface="+mn-lt"/>
        </a:defRPr>
      </a:lvl5pPr>
      <a:lvl6pPr marL="7054632" indent="-749916" algn="l" defTabSz="2992874" rtl="0" fontAlgn="base">
        <a:spcBef>
          <a:spcPct val="20000"/>
        </a:spcBef>
        <a:spcAft>
          <a:spcPct val="0"/>
        </a:spcAft>
        <a:buChar char="»"/>
        <a:defRPr sz="6600">
          <a:solidFill>
            <a:schemeClr val="tx1"/>
          </a:solidFill>
          <a:latin typeface="+mn-lt"/>
        </a:defRPr>
      </a:lvl6pPr>
      <a:lvl7pPr marL="7380387" indent="-749916" algn="l" defTabSz="2992874" rtl="0" fontAlgn="base">
        <a:spcBef>
          <a:spcPct val="20000"/>
        </a:spcBef>
        <a:spcAft>
          <a:spcPct val="0"/>
        </a:spcAft>
        <a:buChar char="»"/>
        <a:defRPr sz="6600">
          <a:solidFill>
            <a:schemeClr val="tx1"/>
          </a:solidFill>
          <a:latin typeface="+mn-lt"/>
        </a:defRPr>
      </a:lvl7pPr>
      <a:lvl8pPr marL="7706142" indent="-749916" algn="l" defTabSz="2992874" rtl="0" fontAlgn="base">
        <a:spcBef>
          <a:spcPct val="20000"/>
        </a:spcBef>
        <a:spcAft>
          <a:spcPct val="0"/>
        </a:spcAft>
        <a:buChar char="»"/>
        <a:defRPr sz="6600">
          <a:solidFill>
            <a:schemeClr val="tx1"/>
          </a:solidFill>
          <a:latin typeface="+mn-lt"/>
        </a:defRPr>
      </a:lvl8pPr>
      <a:lvl9pPr marL="8031897" indent="-749916" algn="l" defTabSz="2992874" rtl="0" fontAlgn="base">
        <a:spcBef>
          <a:spcPct val="20000"/>
        </a:spcBef>
        <a:spcAft>
          <a:spcPct val="0"/>
        </a:spcAft>
        <a:buChar char="»"/>
        <a:defRPr sz="6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5151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5755" algn="l" defTabSz="65151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51510" algn="l" defTabSz="65151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77265" algn="l" defTabSz="65151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03020" algn="l" defTabSz="65151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28775" algn="l" defTabSz="65151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54530" algn="l" defTabSz="65151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80285" algn="l" defTabSz="65151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algn="l" defTabSz="65151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7000">
              <a:schemeClr val="accent1"/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25516947" y="4859224"/>
            <a:ext cx="6785014" cy="672533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lIns="498181" tIns="498181" rIns="498181" bIns="498181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latin typeface="+mn-lt"/>
                <a:cs typeface="Arial" panose="020B0604020202020204" pitchFamily="34" charset="0"/>
              </a:rPr>
              <a:t>Promote UDL: </a:t>
            </a:r>
            <a:r>
              <a:rPr lang="en-GB" sz="2200" dirty="0">
                <a:latin typeface="+mn-lt"/>
                <a:cs typeface="Arial" panose="020B0604020202020204" pitchFamily="34" charset="0"/>
              </a:rPr>
              <a:t>Use Universal Design for Learning to balance educational equity with technological progress (</a:t>
            </a:r>
            <a:r>
              <a:rPr lang="en-ZA" sz="2200" dirty="0">
                <a:latin typeface="+mn-lt"/>
                <a:cs typeface="Arial" panose="020B0604020202020204" pitchFamily="34" charset="0"/>
              </a:rPr>
              <a:t>NEPT, 2024; </a:t>
            </a:r>
            <a:r>
              <a:rPr lang="en-GB" sz="2200" dirty="0">
                <a:latin typeface="+mn-lt"/>
                <a:cs typeface="Arial" panose="020B0604020202020204" pitchFamily="34" charset="0"/>
              </a:rPr>
              <a:t>Chase, 2024)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latin typeface="+mn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latin typeface="+mn-lt"/>
                <a:cs typeface="Arial" panose="020B0604020202020204" pitchFamily="34" charset="0"/>
              </a:rPr>
              <a:t>Mastery-Oriented PD: </a:t>
            </a:r>
            <a:r>
              <a:rPr lang="en-GB" sz="2200" dirty="0">
                <a:latin typeface="+mn-lt"/>
                <a:cs typeface="Arial" panose="020B0604020202020204" pitchFamily="34" charset="0"/>
              </a:rPr>
              <a:t>Offer continuous, multi-pathway training linked to student outcomes rather than "one-size-fits-all" sessions (</a:t>
            </a:r>
            <a:r>
              <a:rPr lang="en-ZA" sz="2200" dirty="0">
                <a:latin typeface="+mn-lt"/>
                <a:cs typeface="Arial" panose="020B0604020202020204" pitchFamily="34" charset="0"/>
              </a:rPr>
              <a:t>Carlson &amp; Isaacs, 2018)</a:t>
            </a:r>
            <a:endParaRPr lang="en-GB" sz="2200" dirty="0">
              <a:latin typeface="+mn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latin typeface="+mn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latin typeface="+mn-lt"/>
                <a:cs typeface="Arial" panose="020B0604020202020204" pitchFamily="34" charset="0"/>
              </a:rPr>
              <a:t>Leverage Leadership</a:t>
            </a:r>
            <a:r>
              <a:rPr lang="en-GB" sz="2200" dirty="0">
                <a:latin typeface="+mn-lt"/>
                <a:cs typeface="Arial" panose="020B0604020202020204" pitchFamily="34" charset="0"/>
              </a:rPr>
              <a:t>: School leaders should model innovative technology use in daily practice to foster a reflective culture (Novak, K. 2024)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200" dirty="0">
              <a:latin typeface="+mn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+mn-lt"/>
                <a:cs typeface="Arial" panose="020B0604020202020204" pitchFamily="34" charset="0"/>
              </a:rPr>
              <a:t>"</a:t>
            </a:r>
            <a:r>
              <a:rPr lang="en-GB" sz="2200" b="1" dirty="0">
                <a:latin typeface="+mn-lt"/>
                <a:cs typeface="Arial" panose="020B0604020202020204" pitchFamily="34" charset="0"/>
              </a:rPr>
              <a:t>Flip" Meetings: </a:t>
            </a:r>
            <a:r>
              <a:rPr lang="en-GB" sz="2200" dirty="0">
                <a:latin typeface="+mn-lt"/>
                <a:cs typeface="Arial" panose="020B0604020202020204" pitchFamily="34" charset="0"/>
              </a:rPr>
              <a:t>Use video/email for announcements to free up staff meeting time for hands-on professional development</a:t>
            </a:r>
          </a:p>
        </p:txBody>
      </p:sp>
      <p:sp>
        <p:nvSpPr>
          <p:cNvPr id="27" name="Text Box 6"/>
          <p:cNvSpPr txBox="1">
            <a:spLocks noChangeArrowheads="1"/>
          </p:cNvSpPr>
          <p:nvPr/>
        </p:nvSpPr>
        <p:spPr bwMode="auto">
          <a:xfrm>
            <a:off x="16923618" y="16662032"/>
            <a:ext cx="7924049" cy="4942404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lIns="498181" tIns="498181" rIns="498181" bIns="498181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latin typeface="+mn-lt"/>
                <a:cs typeface="Arial" panose="020B0604020202020204" pitchFamily="34" charset="0"/>
              </a:rPr>
              <a:t>For Teachers: </a:t>
            </a:r>
            <a:r>
              <a:rPr lang="en-GB" sz="2200" dirty="0">
                <a:latin typeface="+mn-lt"/>
                <a:cs typeface="Arial" panose="020B0604020202020204" pitchFamily="34" charset="0"/>
              </a:rPr>
              <a:t>Limited design skill results in digital substitution rather than transformational learning experiences (</a:t>
            </a:r>
            <a:r>
              <a:rPr lang="en-ZA" sz="2200" dirty="0">
                <a:latin typeface="+mn-lt"/>
                <a:cs typeface="Arial" panose="020B0604020202020204" pitchFamily="34" charset="0"/>
              </a:rPr>
              <a:t>Aruleba &amp; Jere, 2022)</a:t>
            </a:r>
            <a:endParaRPr lang="en-GB" sz="2200" dirty="0">
              <a:latin typeface="+mn-lt"/>
              <a:cs typeface="Arial" panose="020B0604020202020204" pitchFamily="34" charset="0"/>
            </a:endParaRPr>
          </a:p>
          <a:p>
            <a:endParaRPr lang="en-GB" sz="2200" dirty="0">
              <a:latin typeface="+mn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latin typeface="+mn-lt"/>
                <a:cs typeface="Arial" panose="020B0604020202020204" pitchFamily="34" charset="0"/>
              </a:rPr>
              <a:t>For Students: </a:t>
            </a:r>
            <a:r>
              <a:rPr lang="en-GB" sz="2200" dirty="0">
                <a:latin typeface="+mn-lt"/>
                <a:cs typeface="Arial" panose="020B0604020202020204" pitchFamily="34" charset="0"/>
              </a:rPr>
              <a:t>Strengthening teacher capacity is essential to prepare students for digital participation in the workforce and higher education (</a:t>
            </a:r>
            <a:r>
              <a:rPr lang="en-ZA" sz="2200" dirty="0">
                <a:latin typeface="+mn-lt"/>
                <a:cs typeface="Arial" panose="020B0604020202020204" pitchFamily="34" charset="0"/>
              </a:rPr>
              <a:t>Chomunorwa et al., 2023)</a:t>
            </a:r>
            <a:endParaRPr lang="en-GB" sz="2200" dirty="0">
              <a:latin typeface="+mn-lt"/>
              <a:cs typeface="Arial" panose="020B0604020202020204" pitchFamily="34" charset="0"/>
            </a:endParaRPr>
          </a:p>
          <a:p>
            <a:endParaRPr lang="en-GB" sz="2200" dirty="0">
              <a:latin typeface="+mn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b="1" dirty="0">
                <a:latin typeface="+mn-lt"/>
                <a:cs typeface="Arial" panose="020B0604020202020204" pitchFamily="34" charset="0"/>
              </a:rPr>
              <a:t>For Policy Makers: </a:t>
            </a:r>
            <a:r>
              <a:rPr lang="en-GB" sz="2200" dirty="0">
                <a:latin typeface="+mn-lt"/>
                <a:cs typeface="Arial" panose="020B0604020202020204" pitchFamily="34" charset="0"/>
              </a:rPr>
              <a:t>National strategies must prioritize teacher capacity to design technology-enhanced lessons rather than just infrastructure (</a:t>
            </a:r>
            <a:r>
              <a:rPr lang="en-ZA" sz="2200" dirty="0">
                <a:latin typeface="+mn-lt"/>
                <a:cs typeface="Arial" panose="020B0604020202020204" pitchFamily="34" charset="0"/>
              </a:rPr>
              <a:t>Giebel, 2013)</a:t>
            </a:r>
            <a:endParaRPr lang="en-GB" sz="22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28" name="Text Box 10"/>
          <p:cNvSpPr txBox="1">
            <a:spLocks noChangeArrowheads="1"/>
          </p:cNvSpPr>
          <p:nvPr/>
        </p:nvSpPr>
        <p:spPr bwMode="auto">
          <a:xfrm>
            <a:off x="8572524" y="4763072"/>
            <a:ext cx="7810660" cy="1099533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lIns="498181" tIns="498181" rIns="498181" bIns="498181"/>
          <a:lstStyle/>
          <a:p>
            <a:pPr algn="just"/>
            <a:r>
              <a:rPr lang="en-GB" sz="2100" dirty="0" err="1">
                <a:latin typeface="+mn-lt"/>
                <a:cs typeface="Arial" panose="020B0604020202020204" pitchFamily="34" charset="0"/>
              </a:rPr>
              <a:t>Ahiaku</a:t>
            </a:r>
            <a:r>
              <a:rPr lang="en-GB" sz="2100" dirty="0">
                <a:latin typeface="+mn-lt"/>
                <a:cs typeface="Arial" panose="020B0604020202020204" pitchFamily="34" charset="0"/>
              </a:rPr>
              <a:t> et al. (2025): Explores "digital disconnection" in rural schools, where geographical isolation and infrastructure deficits force educators back to traditional teaching methods despite physical access to hardware.</a:t>
            </a:r>
          </a:p>
          <a:p>
            <a:pPr algn="just"/>
            <a:endParaRPr lang="en-GB" sz="2100" dirty="0">
              <a:latin typeface="+mn-lt"/>
              <a:cs typeface="Arial" panose="020B0604020202020204" pitchFamily="34" charset="0"/>
            </a:endParaRPr>
          </a:p>
          <a:p>
            <a:pPr algn="just"/>
            <a:r>
              <a:rPr lang="en-GB" sz="2100" dirty="0">
                <a:latin typeface="+mn-lt"/>
                <a:cs typeface="Arial" panose="020B0604020202020204" pitchFamily="34" charset="0"/>
              </a:rPr>
              <a:t>Ajani and Govender (2025): Argues that digital tools must be firmly embedded in pedagogical practice rather than treated as an "occasional extra," emphasizing curriculum innovation for pre-service teachers using the TPACK framework.</a:t>
            </a:r>
          </a:p>
          <a:p>
            <a:pPr algn="just"/>
            <a:endParaRPr lang="en-GB" sz="2100" dirty="0">
              <a:latin typeface="+mn-lt"/>
              <a:cs typeface="Arial" panose="020B0604020202020204" pitchFamily="34" charset="0"/>
            </a:endParaRPr>
          </a:p>
          <a:p>
            <a:pPr algn="just"/>
            <a:r>
              <a:rPr lang="en-GB" sz="2100" dirty="0">
                <a:latin typeface="+mn-lt"/>
                <a:cs typeface="Arial" panose="020B0604020202020204" pitchFamily="34" charset="0"/>
              </a:rPr>
              <a:t>Chisango and </a:t>
            </a:r>
            <a:r>
              <a:rPr lang="en-GB" sz="2100" dirty="0" err="1">
                <a:latin typeface="+mn-lt"/>
                <a:cs typeface="Arial" panose="020B0604020202020204" pitchFamily="34" charset="0"/>
              </a:rPr>
              <a:t>Marongwe</a:t>
            </a:r>
            <a:r>
              <a:rPr lang="en-GB" sz="2100" dirty="0">
                <a:latin typeface="+mn-lt"/>
                <a:cs typeface="Arial" panose="020B0604020202020204" pitchFamily="34" charset="0"/>
              </a:rPr>
              <a:t> (2021): Reveals a deepening digital divide in disadvantaged schools driven by theft, vandalism, and psychological barriers like technophobia among experienced educators who prefer traditional chalkboards.</a:t>
            </a:r>
          </a:p>
          <a:p>
            <a:pPr algn="just"/>
            <a:endParaRPr lang="en-GB" sz="2100" dirty="0">
              <a:latin typeface="+mn-lt"/>
              <a:cs typeface="Arial" panose="020B0604020202020204" pitchFamily="34" charset="0"/>
            </a:endParaRPr>
          </a:p>
          <a:p>
            <a:pPr algn="just"/>
            <a:r>
              <a:rPr lang="en-GB" sz="2100" dirty="0">
                <a:latin typeface="+mn-lt"/>
                <a:cs typeface="Arial" panose="020B0604020202020204" pitchFamily="34" charset="0"/>
              </a:rPr>
              <a:t>Mashile (2016): Highlights that even in well-resourced private schools, training remains the greatest barrier, as most educators are self-taught and lack the advanced skills required for "higher-order" digital lesson planning.</a:t>
            </a:r>
          </a:p>
          <a:p>
            <a:pPr algn="just"/>
            <a:endParaRPr lang="en-GB" sz="2100" dirty="0">
              <a:latin typeface="+mn-lt"/>
              <a:cs typeface="Arial" panose="020B0604020202020204" pitchFamily="34" charset="0"/>
            </a:endParaRPr>
          </a:p>
          <a:p>
            <a:pPr algn="just"/>
            <a:r>
              <a:rPr lang="en-GB" sz="2100" dirty="0" err="1">
                <a:latin typeface="+mn-lt"/>
                <a:cs typeface="Arial" panose="020B0604020202020204" pitchFamily="34" charset="0"/>
              </a:rPr>
              <a:t>Muyambi</a:t>
            </a:r>
            <a:r>
              <a:rPr lang="en-GB" sz="2100" dirty="0">
                <a:latin typeface="+mn-lt"/>
                <a:cs typeface="Arial" panose="020B0604020202020204" pitchFamily="34" charset="0"/>
              </a:rPr>
              <a:t> and </a:t>
            </a:r>
            <a:r>
              <a:rPr lang="en-GB" sz="2100" dirty="0" err="1">
                <a:latin typeface="+mn-lt"/>
                <a:cs typeface="Arial" panose="020B0604020202020204" pitchFamily="34" charset="0"/>
              </a:rPr>
              <a:t>Ramorola</a:t>
            </a:r>
            <a:r>
              <a:rPr lang="en-GB" sz="2100" dirty="0">
                <a:latin typeface="+mn-lt"/>
                <a:cs typeface="Arial" panose="020B0604020202020204" pitchFamily="34" charset="0"/>
              </a:rPr>
              <a:t> (2025): Identifies a significant gap in digital subject-specific knowledge among educators, underscoring that successful technology integration is directly dependent on targeted professional development and policy awareness.</a:t>
            </a:r>
          </a:p>
          <a:p>
            <a:pPr algn="just"/>
            <a:br>
              <a:rPr lang="en-GB" sz="2100" dirty="0">
                <a:latin typeface="+mn-lt"/>
                <a:cs typeface="Arial" panose="020B0604020202020204" pitchFamily="34" charset="0"/>
              </a:rPr>
            </a:br>
            <a:r>
              <a:rPr lang="en-GB" sz="2100" dirty="0" err="1">
                <a:latin typeface="+mn-lt"/>
                <a:cs typeface="Arial" panose="020B0604020202020204" pitchFamily="34" charset="0"/>
              </a:rPr>
              <a:t>Jita</a:t>
            </a:r>
            <a:r>
              <a:rPr lang="en-GB" sz="2100" dirty="0">
                <a:latin typeface="+mn-lt"/>
                <a:cs typeface="Arial" panose="020B0604020202020204" pitchFamily="34" charset="0"/>
              </a:rPr>
              <a:t> and Dhliwayo (2024): Demonstrates that combining Communities of Practice (CoP) with Design-Based Research (DBR) creates a "safe space" for teacher educators to build confidence and model interactive tablet use in the classroom.</a:t>
            </a:r>
          </a:p>
        </p:txBody>
      </p:sp>
      <p:sp>
        <p:nvSpPr>
          <p:cNvPr id="29" name="Rectangle 11"/>
          <p:cNvSpPr>
            <a:spLocks noChangeArrowheads="1"/>
          </p:cNvSpPr>
          <p:nvPr/>
        </p:nvSpPr>
        <p:spPr bwMode="auto">
          <a:xfrm>
            <a:off x="0" y="0"/>
            <a:ext cx="32918400" cy="4087906"/>
          </a:xfrm>
          <a:prstGeom prst="rect">
            <a:avLst/>
          </a:prstGeom>
          <a:solidFill>
            <a:schemeClr val="accent2">
              <a:lumMod val="75000"/>
            </a:schemeClr>
          </a:solidFill>
          <a:ln w="79375">
            <a:noFill/>
            <a:miter lim="800000"/>
            <a:headEnd/>
            <a:tailEnd/>
          </a:ln>
          <a:effectLst/>
        </p:spPr>
        <p:txBody>
          <a:bodyPr lIns="62273" tIns="249173" rIns="62273" bIns="311467" anchor="ctr" anchorCtr="1"/>
          <a:lstStyle/>
          <a:p>
            <a:pPr marL="311051" indent="-311051" algn="ctr" defTabSz="625495" eaLnBrk="0" hangingPunct="0">
              <a:defRPr/>
            </a:pPr>
            <a:endParaRPr lang="en-US" sz="4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1051" indent="-311051" algn="ctr" defTabSz="625495" eaLnBrk="0" hangingPunct="0">
              <a:defRPr/>
            </a:pPr>
            <a:r>
              <a:rPr lang="en-US" sz="3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4900" b="1" dirty="0">
              <a:solidFill>
                <a:schemeClr val="bg1"/>
              </a:solidFill>
              <a:effectDag name="">
                <a:cont type="tree" name="">
                  <a:effect ref="fillLine"/>
                  <a:outerShdw dist="38100" dir="13500000" algn="br">
                    <a:srgbClr val="FFDB56"/>
                  </a:outerShdw>
                </a:cont>
                <a:cont type="tree" name="">
                  <a:effect ref="fillLine"/>
                  <a:outerShdw dist="38100" dir="2700000" algn="tl">
                    <a:srgbClr val="856800"/>
                  </a:outerShdw>
                </a:cont>
                <a:effect ref="fillLine"/>
              </a:effectDag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11051" indent="-311051" algn="ctr" defTabSz="625495" eaLnBrk="0" hangingPunct="0">
              <a:defRPr/>
            </a:pPr>
            <a:endParaRPr lang="en-US" sz="4900" b="1" dirty="0">
              <a:solidFill>
                <a:srgbClr val="DFAF01"/>
              </a:solidFill>
              <a:effectDag name="">
                <a:cont type="tree" name="">
                  <a:effect ref="fillLine"/>
                  <a:outerShdw dist="38100" dir="13500000" algn="br">
                    <a:srgbClr val="FFDB56"/>
                  </a:outerShdw>
                </a:cont>
                <a:cont type="tree" name="">
                  <a:effect ref="fillLine"/>
                  <a:outerShdw dist="38100" dir="2700000" algn="tl">
                    <a:srgbClr val="856800"/>
                  </a:outerShdw>
                </a:cont>
                <a:effect ref="fillLine"/>
              </a:effectDag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Box 12"/>
          <p:cNvSpPr txBox="1">
            <a:spLocks noChangeArrowheads="1"/>
          </p:cNvSpPr>
          <p:nvPr/>
        </p:nvSpPr>
        <p:spPr bwMode="auto">
          <a:xfrm>
            <a:off x="788797" y="17295919"/>
            <a:ext cx="7370145" cy="430851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lIns="498181" tIns="498181" rIns="498181" bIns="498181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300" b="1" dirty="0">
                <a:cs typeface="Times New Roman" panose="02020603050405020304" pitchFamily="18" charset="0"/>
              </a:rPr>
              <a:t>Purpose</a:t>
            </a:r>
            <a:br>
              <a:rPr lang="en-GB" sz="2300" b="1" dirty="0">
                <a:cs typeface="Times New Roman" panose="02020603050405020304" pitchFamily="18" charset="0"/>
              </a:rPr>
            </a:br>
            <a:r>
              <a:rPr lang="en-GB" sz="2300" dirty="0">
                <a:cs typeface="Times New Roman" panose="02020603050405020304" pitchFamily="18" charset="0"/>
              </a:rPr>
              <a:t>To examine systemic barriers in South African education and propose a shift from "access-only" policies to teacher-as-designer models</a:t>
            </a:r>
          </a:p>
          <a:p>
            <a:endParaRPr lang="en-GB" sz="2300" dirty="0"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300" b="1" dirty="0">
                <a:cs typeface="Times New Roman" panose="02020603050405020304" pitchFamily="18" charset="0"/>
              </a:rPr>
              <a:t>Research Question</a:t>
            </a:r>
            <a:br>
              <a:rPr lang="en-GB" sz="2300" b="1" dirty="0">
                <a:cs typeface="Times New Roman" panose="02020603050405020304" pitchFamily="18" charset="0"/>
              </a:rPr>
            </a:br>
            <a:r>
              <a:rPr lang="en-GB" sz="2300" dirty="0">
                <a:cs typeface="Times New Roman" panose="02020603050405020304" pitchFamily="18" charset="0"/>
              </a:rPr>
              <a:t>How can targeted professional development and institutional support help educators design inclusive and equitable technology-enhanced learning?</a:t>
            </a:r>
          </a:p>
        </p:txBody>
      </p:sp>
      <p:sp>
        <p:nvSpPr>
          <p:cNvPr id="31" name="Text Box 13"/>
          <p:cNvSpPr txBox="1">
            <a:spLocks noChangeArrowheads="1"/>
          </p:cNvSpPr>
          <p:nvPr/>
        </p:nvSpPr>
        <p:spPr bwMode="auto">
          <a:xfrm>
            <a:off x="9143279" y="4481696"/>
            <a:ext cx="6522578" cy="5884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127000" dist="63500" dir="2700000" algn="tl" rotWithShape="0">
              <a:schemeClr val="accent2">
                <a:lumMod val="75000"/>
                <a:alpha val="46000"/>
              </a:schemeClr>
            </a:outerShdw>
          </a:effectLst>
        </p:spPr>
        <p:txBody>
          <a:bodyPr wrap="square" lIns="64557" tIns="32277" rIns="64557" bIns="32277">
            <a:spAutoFit/>
          </a:bodyPr>
          <a:lstStyle/>
          <a:p>
            <a:pPr algn="ctr" defTabSz="641331" eaLnBrk="0" hangingPunct="0">
              <a:defRPr/>
            </a:pPr>
            <a:r>
              <a:rPr lang="en-US" sz="3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Literature Review</a:t>
            </a:r>
          </a:p>
        </p:txBody>
      </p:sp>
      <p:sp>
        <p:nvSpPr>
          <p:cNvPr id="32" name="Text Box 16"/>
          <p:cNvSpPr txBox="1">
            <a:spLocks noChangeArrowheads="1"/>
          </p:cNvSpPr>
          <p:nvPr/>
        </p:nvSpPr>
        <p:spPr bwMode="auto">
          <a:xfrm>
            <a:off x="773334" y="4733365"/>
            <a:ext cx="7371188" cy="6239436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lIns="498181" tIns="498181" rIns="498181" bIns="498181"/>
          <a:lstStyle/>
          <a:p>
            <a:pPr algn="just" defTabSz="625495"/>
            <a:r>
              <a:rPr lang="en-US" sz="2400" dirty="0"/>
              <a:t>Despite progress in improving digital access in South Africa, an important dimension of inequality remains underexplored, the Digital Design Divide, which refers to teachers’ ability to design meaningful technology-enhanced learning. Existing research is heavily concentrated on the Digital Access and Use Divides, with a strong focus on what learners can and cannot access. As a result, limited attention has been given to teachers’ pedagogical design capacity and their role in shaping meaningful technology integration. This review highlights this gap and argues for a stronger focus on teacher professional development to support the design of equitable, engaging, and cognitively rich learning experiences.</a:t>
            </a:r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Box 17"/>
          <p:cNvSpPr txBox="1">
            <a:spLocks noChangeArrowheads="1"/>
          </p:cNvSpPr>
          <p:nvPr/>
        </p:nvSpPr>
        <p:spPr bwMode="auto">
          <a:xfrm>
            <a:off x="1237750" y="4419602"/>
            <a:ext cx="6498330" cy="5884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127000" dist="63500" dir="2700000" algn="tl" rotWithShape="0">
              <a:schemeClr val="accent2">
                <a:lumMod val="75000"/>
                <a:alpha val="46000"/>
              </a:schemeClr>
            </a:outerShdw>
          </a:effectLst>
        </p:spPr>
        <p:txBody>
          <a:bodyPr wrap="square" lIns="64557" tIns="32277" rIns="64557" bIns="32277">
            <a:spAutoFit/>
          </a:bodyPr>
          <a:lstStyle/>
          <a:p>
            <a:pPr algn="ctr" defTabSz="641331" eaLnBrk="0" hangingPunct="0">
              <a:defRPr/>
            </a:pPr>
            <a:r>
              <a:rPr lang="en-US" sz="3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</p:txBody>
      </p:sp>
      <p:sp>
        <p:nvSpPr>
          <p:cNvPr id="38" name="Text Box 21"/>
          <p:cNvSpPr txBox="1">
            <a:spLocks noChangeArrowheads="1"/>
          </p:cNvSpPr>
          <p:nvPr/>
        </p:nvSpPr>
        <p:spPr bwMode="auto">
          <a:xfrm>
            <a:off x="1211660" y="16879335"/>
            <a:ext cx="6524420" cy="5884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127000" dist="63500" dir="2700000" algn="tl" rotWithShape="0">
              <a:schemeClr val="accent2">
                <a:lumMod val="75000"/>
                <a:alpha val="46000"/>
              </a:schemeClr>
            </a:outerShdw>
          </a:effectLst>
        </p:spPr>
        <p:txBody>
          <a:bodyPr wrap="square" lIns="64557" tIns="32277" rIns="64557" bIns="32277">
            <a:spAutoFit/>
          </a:bodyPr>
          <a:lstStyle/>
          <a:p>
            <a:pPr algn="ctr" defTabSz="641331" eaLnBrk="0" hangingPunct="0">
              <a:defRPr/>
            </a:pPr>
            <a:r>
              <a:rPr lang="en-US" sz="3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 &amp; Research Question</a:t>
            </a:r>
          </a:p>
        </p:txBody>
      </p: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26242319" y="4515735"/>
            <a:ext cx="5498563" cy="5884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127000" dist="63500" dir="2700000" algn="tl" rotWithShape="0">
              <a:schemeClr val="accent2">
                <a:lumMod val="75000"/>
                <a:alpha val="46000"/>
              </a:schemeClr>
            </a:outerShdw>
          </a:effectLst>
        </p:spPr>
        <p:txBody>
          <a:bodyPr wrap="square" lIns="64557" tIns="32277" rIns="64557" bIns="32277">
            <a:spAutoFit/>
          </a:bodyPr>
          <a:lstStyle/>
          <a:p>
            <a:pPr algn="ctr" defTabSz="641331" eaLnBrk="0" hangingPunct="0">
              <a:defRPr/>
            </a:pPr>
            <a:r>
              <a:rPr lang="en-US" sz="3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Recommendations </a:t>
            </a:r>
          </a:p>
        </p:txBody>
      </p:sp>
      <p:sp>
        <p:nvSpPr>
          <p:cNvPr id="42" name="Text Box 2"/>
          <p:cNvSpPr txBox="1">
            <a:spLocks noChangeArrowheads="1"/>
          </p:cNvSpPr>
          <p:nvPr/>
        </p:nvSpPr>
        <p:spPr bwMode="auto">
          <a:xfrm>
            <a:off x="25491223" y="12144421"/>
            <a:ext cx="6785014" cy="592010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lIns="498181" tIns="990295" rIns="498181" bIns="498181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300" dirty="0">
                <a:latin typeface="+mn-lt"/>
                <a:cs typeface="Arial" panose="020B0604020202020204" pitchFamily="34" charset="0"/>
              </a:rPr>
              <a:t>Investigate the barriers and enablers for digital design skills specifically in rural vs. urban South African contexts (</a:t>
            </a:r>
            <a:r>
              <a:rPr lang="en-ZA" sz="2300" dirty="0">
                <a:latin typeface="+mn-lt"/>
                <a:cs typeface="Arial" panose="020B0604020202020204" pitchFamily="34" charset="0"/>
              </a:rPr>
              <a:t>Buthelezi et al., 2025)</a:t>
            </a:r>
            <a:endParaRPr lang="en-GB" sz="2300" dirty="0">
              <a:latin typeface="+mn-lt"/>
              <a:cs typeface="Arial" panose="020B0604020202020204" pitchFamily="34" charset="0"/>
            </a:endParaRPr>
          </a:p>
          <a:p>
            <a:endParaRPr lang="en-GB" sz="2300" dirty="0">
              <a:latin typeface="+mn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300" dirty="0">
                <a:latin typeface="+mn-lt"/>
                <a:cs typeface="Arial" panose="020B0604020202020204" pitchFamily="34" charset="0"/>
              </a:rPr>
              <a:t>Evaluate the long-term impact of context-sensitive PD on inclusive lesson design (</a:t>
            </a:r>
            <a:r>
              <a:rPr lang="fi-FI" sz="2300" dirty="0">
                <a:latin typeface="+mn-lt"/>
                <a:cs typeface="Arial" panose="020B0604020202020204" pitchFamily="34" charset="0"/>
              </a:rPr>
              <a:t>Voogt et al., 2015; Molokomme, 2025; Ajani &amp; Luthuli, 2025)</a:t>
            </a:r>
            <a:endParaRPr lang="en-GB" sz="2300" dirty="0">
              <a:latin typeface="+mn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300" dirty="0">
              <a:latin typeface="+mn-lt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300" dirty="0">
                <a:latin typeface="+mn-lt"/>
                <a:cs typeface="Arial" panose="020B0604020202020204" pitchFamily="34" charset="0"/>
              </a:rPr>
              <a:t>Study how school leadership influences the adoption of innovative digital pedagogies in underserved schools (Chardin &amp; Novak, 2020; Thibodeau, 2024)</a:t>
            </a:r>
          </a:p>
        </p:txBody>
      </p:sp>
      <p:sp>
        <p:nvSpPr>
          <p:cNvPr id="43" name="Text Box 25"/>
          <p:cNvSpPr txBox="1">
            <a:spLocks noChangeArrowheads="1"/>
          </p:cNvSpPr>
          <p:nvPr/>
        </p:nvSpPr>
        <p:spPr bwMode="auto">
          <a:xfrm>
            <a:off x="25717269" y="11854224"/>
            <a:ext cx="6421452" cy="5884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127000" dist="63500" dir="2700000" algn="tl" rotWithShape="0">
              <a:schemeClr val="accent2">
                <a:lumMod val="75000"/>
                <a:alpha val="46000"/>
              </a:schemeClr>
            </a:outerShdw>
          </a:effectLst>
        </p:spPr>
        <p:txBody>
          <a:bodyPr wrap="square" lIns="64557" tIns="32277" rIns="64557" bIns="32277">
            <a:spAutoFit/>
          </a:bodyPr>
          <a:lstStyle/>
          <a:p>
            <a:pPr algn="ctr" defTabSz="641331" eaLnBrk="0" hangingPunct="0">
              <a:defRPr/>
            </a:pPr>
            <a:r>
              <a:rPr lang="en-US" sz="3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Directions for Future Research</a:t>
            </a:r>
          </a:p>
        </p:txBody>
      </p:sp>
      <p:sp>
        <p:nvSpPr>
          <p:cNvPr id="44" name="Rectangle 43"/>
          <p:cNvSpPr/>
          <p:nvPr/>
        </p:nvSpPr>
        <p:spPr bwMode="auto">
          <a:xfrm>
            <a:off x="0" y="3926541"/>
            <a:ext cx="32918400" cy="161365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5151" tIns="32576" rIns="65151" bIns="32576" numCol="1" rtlCol="0" anchor="t" anchorCtr="0" compatLnSpc="1">
            <a:prstTxWarp prst="textNoShape">
              <a:avLst/>
            </a:prstTxWarp>
          </a:bodyPr>
          <a:lstStyle/>
          <a:p>
            <a:pPr defTabSz="623233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773333" y="366034"/>
            <a:ext cx="24012920" cy="310854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 lIns="0" tIns="0" rIns="0" bIns="0" rtlCol="0" anchor="t" anchorCtr="0">
            <a:spAutoFit/>
          </a:bodyPr>
          <a:lstStyle/>
          <a:p>
            <a:pPr marL="311051" indent="-311051" defTabSz="625495" eaLnBrk="0" hangingPunct="0">
              <a:defRPr/>
            </a:pPr>
            <a:r>
              <a:rPr lang="en-GB" sz="6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the Digital Design Divide? Investigating Implications for Teacher Professional Development in South Africa</a:t>
            </a:r>
          </a:p>
          <a:p>
            <a:pPr marL="311051" indent="-311051" algn="just" defTabSz="625495" eaLnBrk="0" hangingPunct="0">
              <a:defRPr/>
            </a:pPr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</a:t>
            </a:r>
          </a:p>
          <a:p>
            <a:pPr marL="311051" indent="-311051" defTabSz="625495" eaLnBrk="0" hangingPunct="0">
              <a:defRPr/>
            </a:pPr>
            <a:r>
              <a:rPr lang="en-GB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Thembisile Buthelezi, </a:t>
            </a:r>
            <a:r>
              <a:rPr lang="en-GB" sz="36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Educational Technology</a:t>
            </a:r>
            <a:endParaRPr lang="en-US" sz="36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7128" y="1081826"/>
            <a:ext cx="5691981" cy="2134590"/>
          </a:xfrm>
          <a:prstGeom prst="rect">
            <a:avLst/>
          </a:prstGeom>
        </p:spPr>
      </p:pic>
      <p:sp>
        <p:nvSpPr>
          <p:cNvPr id="12" name="Text Box 10">
            <a:extLst>
              <a:ext uri="{FF2B5EF4-FFF2-40B4-BE49-F238E27FC236}">
                <a16:creationId xmlns:a16="http://schemas.microsoft.com/office/drawing/2014/main" id="{684B5954-16EE-15EA-31BF-CDFD37D97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3618" y="4899636"/>
            <a:ext cx="8234350" cy="57094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lIns="498181" tIns="498181" rIns="498181" bIns="498181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BBE95FCD-74C8-9EA4-9091-7E7E56A80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23889" y="4565023"/>
            <a:ext cx="6522578" cy="5884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127000" dist="63500" dir="2700000" algn="tl" rotWithShape="0">
              <a:schemeClr val="accent2">
                <a:lumMod val="75000"/>
                <a:alpha val="46000"/>
              </a:schemeClr>
            </a:outerShdw>
          </a:effectLst>
        </p:spPr>
        <p:txBody>
          <a:bodyPr wrap="square" lIns="64557" tIns="32277" rIns="64557" bIns="32277">
            <a:spAutoFit/>
          </a:bodyPr>
          <a:lstStyle/>
          <a:p>
            <a:pPr algn="ctr" defTabSz="641331" eaLnBrk="0" hangingPunct="0">
              <a:defRPr/>
            </a:pPr>
            <a:r>
              <a:rPr lang="en-US" sz="3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Findings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0A93F6DF-4D23-E7D2-EF74-B6C467BD0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43" y="11861568"/>
            <a:ext cx="7371188" cy="474788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lIns="498181" tIns="498181" rIns="498181" bIns="498181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Digital inequality in South Africa is deeply rooted in historical and socio-economic disparities shaped by apartheid-era inequalities.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Despite ongoing efforts to integrate digital technologies into schools, significant gaps remain between well-resourced and under-resourced contexts.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/>
              <a:t>As digital technologies become increasingly central to teaching and learning, addressing these inequalities requires moving beyond access to consider how technology is meaningfully used and integrated within classrooms.</a:t>
            </a:r>
          </a:p>
          <a:p>
            <a:pPr algn="just" defTabSz="625495"/>
            <a:endParaRPr lang="en-GB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FBC9AC2A-1B71-5CB5-F1EA-1041842F7B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660" y="11556016"/>
            <a:ext cx="6498330" cy="5884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127000" dist="63500" dir="2700000" algn="tl" rotWithShape="0">
              <a:schemeClr val="accent2">
                <a:lumMod val="75000"/>
                <a:alpha val="46000"/>
              </a:schemeClr>
            </a:outerShdw>
          </a:effectLst>
        </p:spPr>
        <p:txBody>
          <a:bodyPr wrap="square" lIns="64557" tIns="32277" rIns="64557" bIns="32277">
            <a:spAutoFit/>
          </a:bodyPr>
          <a:lstStyle/>
          <a:p>
            <a:pPr algn="ctr" defTabSz="641331" eaLnBrk="0" hangingPunct="0">
              <a:defRPr/>
            </a:pPr>
            <a:r>
              <a:rPr lang="en-US" sz="3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10" name="AutoShape 4" descr="Download Comparison Chart">
            <a:extLst>
              <a:ext uri="{FF2B5EF4-FFF2-40B4-BE49-F238E27FC236}">
                <a16:creationId xmlns:a16="http://schemas.microsoft.com/office/drawing/2014/main" id="{C003CFAA-9ED8-EE5E-DE98-7AB64622E1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827914" y="15888016"/>
            <a:ext cx="4254604" cy="4254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4ECA15-0DF4-9580-F9D4-D507A9318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08076" y="10862003"/>
            <a:ext cx="8234350" cy="502601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27F7F54-FB16-7FD9-B4AB-F6924B6E7B5C}"/>
              </a:ext>
            </a:extLst>
          </p:cNvPr>
          <p:cNvSpPr/>
          <p:nvPr/>
        </p:nvSpPr>
        <p:spPr bwMode="auto">
          <a:xfrm>
            <a:off x="8532922" y="16053163"/>
            <a:ext cx="7850262" cy="5551272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874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6BE3C9-85B2-D6A7-A025-682544C62CC7}"/>
              </a:ext>
            </a:extLst>
          </p:cNvPr>
          <p:cNvSpPr/>
          <p:nvPr/>
        </p:nvSpPr>
        <p:spPr bwMode="auto">
          <a:xfrm>
            <a:off x="17117256" y="5446869"/>
            <a:ext cx="7909872" cy="4781039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874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2" name="Text Box 20">
            <a:extLst>
              <a:ext uri="{FF2B5EF4-FFF2-40B4-BE49-F238E27FC236}">
                <a16:creationId xmlns:a16="http://schemas.microsoft.com/office/drawing/2014/main" id="{79D3B901-E45D-C1A4-F72E-24081DA44C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9147" y="18373203"/>
            <a:ext cx="4888208" cy="5884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127000" dist="63500" dir="2700000" algn="tl" rotWithShape="0">
              <a:schemeClr val="accent2">
                <a:lumMod val="75000"/>
                <a:alpha val="46000"/>
              </a:schemeClr>
            </a:outerShdw>
          </a:effectLst>
        </p:spPr>
        <p:txBody>
          <a:bodyPr wrap="square" lIns="64557" tIns="32277" rIns="64557" bIns="32277">
            <a:spAutoFit/>
          </a:bodyPr>
          <a:lstStyle/>
          <a:p>
            <a:pPr algn="ctr" defTabSz="641331" eaLnBrk="0" hangingPunct="0">
              <a:defRPr/>
            </a:pPr>
            <a:r>
              <a:rPr lang="en-US" sz="3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2F7AA0-7F38-1A86-602F-BC636E9E5480}"/>
              </a:ext>
            </a:extLst>
          </p:cNvPr>
          <p:cNvSpPr/>
          <p:nvPr/>
        </p:nvSpPr>
        <p:spPr bwMode="auto">
          <a:xfrm>
            <a:off x="26819147" y="18961608"/>
            <a:ext cx="4888207" cy="2630635"/>
          </a:xfrm>
          <a:prstGeom prst="rect">
            <a:avLst/>
          </a:prstGeom>
          <a:blipFill dpi="0"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8747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E31FC2AF-CE42-0C9F-3416-49DAE316E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13003" y="16413600"/>
            <a:ext cx="6522578" cy="58840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127000" dist="63500" dir="2700000" algn="tl" rotWithShape="0">
              <a:schemeClr val="accent2">
                <a:lumMod val="75000"/>
                <a:alpha val="46000"/>
              </a:schemeClr>
            </a:outerShdw>
          </a:effectLst>
        </p:spPr>
        <p:txBody>
          <a:bodyPr wrap="square" lIns="64557" tIns="32277" rIns="64557" bIns="32277">
            <a:spAutoFit/>
          </a:bodyPr>
          <a:lstStyle/>
          <a:p>
            <a:pPr algn="ctr" defTabSz="641331" eaLnBrk="0" hangingPunct="0">
              <a:defRPr/>
            </a:pPr>
            <a:r>
              <a:rPr lang="en-US" sz="3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Implications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7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64&quot;/&gt;&lt;/object&gt;&lt;/object&gt;&lt;object type=&quot;8&quot; unique_id=&quot;10006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Custom 8">
      <a:dk1>
        <a:srgbClr val="002663"/>
      </a:dk1>
      <a:lt1>
        <a:srgbClr val="FFFFFF"/>
      </a:lt1>
      <a:dk2>
        <a:srgbClr val="002663"/>
      </a:dk2>
      <a:lt2>
        <a:srgbClr val="808080"/>
      </a:lt2>
      <a:accent1>
        <a:srgbClr val="B7A66D"/>
      </a:accent1>
      <a:accent2>
        <a:srgbClr val="00539F"/>
      </a:accent2>
      <a:accent3>
        <a:srgbClr val="FFD200"/>
      </a:accent3>
      <a:accent4>
        <a:srgbClr val="002663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74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8747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  <a:txDef>
      <a:spPr bwMode="auto">
        <a:solidFill>
          <a:schemeClr val="bg1"/>
        </a:solidFill>
        <a:ln w="38100">
          <a:solidFill>
            <a:srgbClr val="000000"/>
          </a:solidFill>
          <a:miter lim="800000"/>
          <a:headEnd/>
          <a:tailEnd/>
        </a:ln>
      </a:spPr>
      <a:bodyPr lIns="699201" tIns="699201" rIns="699201" bIns="699201"/>
      <a:lstStyle>
        <a:defPPr algn="just" eaLnBrk="1" hangingPunct="1">
          <a:buFontTx/>
          <a:buChar char="•"/>
          <a:defRPr sz="2400" dirty="0" smtClean="0"/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8837</TotalTime>
  <Words>727</Words>
  <Application>Microsoft Macintosh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Default Design</vt:lpstr>
      <vt:lpstr>PowerPoint Presentation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Diana Struzinski</dc:creator>
  <cp:lastModifiedBy>Thembisile Buthelezi</cp:lastModifiedBy>
  <cp:revision>207</cp:revision>
  <dcterms:created xsi:type="dcterms:W3CDTF">2001-03-07T08:28:47Z</dcterms:created>
  <dcterms:modified xsi:type="dcterms:W3CDTF">2026-03-20T22:28:50Z</dcterms:modified>
</cp:coreProperties>
</file>