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256" r:id="rId2"/>
    <p:sldId id="261" r:id="rId3"/>
    <p:sldId id="271" r:id="rId4"/>
    <p:sldId id="257" r:id="rId5"/>
    <p:sldId id="258" r:id="rId6"/>
    <p:sldId id="259" r:id="rId7"/>
    <p:sldId id="260" r:id="rId8"/>
    <p:sldId id="272" r:id="rId9"/>
    <p:sldId id="262" r:id="rId10"/>
    <p:sldId id="263" r:id="rId11"/>
    <p:sldId id="264" r:id="rId12"/>
    <p:sldId id="265"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1"/>
    <p:restoredTop sz="94631"/>
  </p:normalViewPr>
  <p:slideViewPr>
    <p:cSldViewPr snapToGrid="0">
      <p:cViewPr>
        <p:scale>
          <a:sx n="93" d="100"/>
          <a:sy n="93" d="100"/>
        </p:scale>
        <p:origin x="504"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slide" Target="../slides/slide6.xml"/><Relationship Id="rId1" Type="http://schemas.openxmlformats.org/officeDocument/2006/relationships/slide" Target="../slides/slide5.xml"/><Relationship Id="rId6" Type="http://schemas.openxmlformats.org/officeDocument/2006/relationships/slide" Target="../slides/slide13.xml"/><Relationship Id="rId5" Type="http://schemas.openxmlformats.org/officeDocument/2006/relationships/slide" Target="../slides/slide12.xml"/><Relationship Id="rId4" Type="http://schemas.openxmlformats.org/officeDocument/2006/relationships/slide" Target="../slides/slide11.xml"/></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svg"/><Relationship Id="rId1" Type="http://schemas.openxmlformats.org/officeDocument/2006/relationships/image" Target="../media/image18.svg"/><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svg"/><Relationship Id="rId1" Type="http://schemas.openxmlformats.org/officeDocument/2006/relationships/image" Target="../media/image18.svg"/><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B099A9-6AD3-4D8B-8A12-6E14D9099E9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BEAF9F1-D79F-4B99-B4B1-735A72A05AAD}">
      <dgm:prSet/>
      <dgm:spPr/>
      <dgm:t>
        <a:bodyPr/>
        <a:lstStyle/>
        <a:p>
          <a:r>
            <a:rPr lang="en-US"/>
            <a:t>🌿 Biodiversity</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9757E99F-8DA6-4117-BEC9-EAB7446A089F}" type="parTrans" cxnId="{2ABA71D9-B09C-4189-A3A6-7B2A677C8471}">
      <dgm:prSet/>
      <dgm:spPr/>
      <dgm:t>
        <a:bodyPr/>
        <a:lstStyle/>
        <a:p>
          <a:endParaRPr lang="en-US"/>
        </a:p>
      </dgm:t>
    </dgm:pt>
    <dgm:pt modelId="{F7956F2E-9468-4890-AF6A-607D0721C226}" type="sibTrans" cxnId="{2ABA71D9-B09C-4189-A3A6-7B2A677C8471}">
      <dgm:prSet/>
      <dgm:spPr/>
      <dgm:t>
        <a:bodyPr/>
        <a:lstStyle/>
        <a:p>
          <a:endParaRPr lang="en-US"/>
        </a:p>
      </dgm:t>
    </dgm:pt>
    <dgm:pt modelId="{CB367442-72AD-4062-9C50-473783E32894}">
      <dgm:prSet/>
      <dgm:spPr/>
      <dgm:t>
        <a:bodyPr/>
        <a:lstStyle/>
        <a:p>
          <a:r>
            <a:rPr lang="en-US" dirty="0"/>
            <a:t>🌱 Plant Adaptations</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32C8DA30-AF32-48BD-A8DD-1EDFDC514A47}" type="parTrans" cxnId="{EEE9F8D1-4594-4459-91C1-458A5C926DE7}">
      <dgm:prSet/>
      <dgm:spPr/>
      <dgm:t>
        <a:bodyPr/>
        <a:lstStyle/>
        <a:p>
          <a:endParaRPr lang="en-US"/>
        </a:p>
      </dgm:t>
    </dgm:pt>
    <dgm:pt modelId="{1C551A32-1282-4189-BECC-69BBF0298359}" type="sibTrans" cxnId="{EEE9F8D1-4594-4459-91C1-458A5C926DE7}">
      <dgm:prSet/>
      <dgm:spPr/>
      <dgm:t>
        <a:bodyPr/>
        <a:lstStyle/>
        <a:p>
          <a:endParaRPr lang="en-US"/>
        </a:p>
      </dgm:t>
    </dgm:pt>
    <dgm:pt modelId="{ED3B4F49-F3AC-4CDA-985C-BB271677E6F1}">
      <dgm:prSet/>
      <dgm:spPr/>
      <dgm:t>
        <a:bodyPr/>
        <a:lstStyle/>
        <a:p>
          <a:r>
            <a:rPr lang="en-US" dirty="0"/>
            <a:t>🌼 Indigenous Medicinal Plants</a:t>
          </a:r>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834AB283-A991-401A-B1EE-894DB6F6D446}" type="parTrans" cxnId="{2D6A78A5-2382-4976-82D9-FD08946D0CAB}">
      <dgm:prSet/>
      <dgm:spPr/>
      <dgm:t>
        <a:bodyPr/>
        <a:lstStyle/>
        <a:p>
          <a:endParaRPr lang="en-US"/>
        </a:p>
      </dgm:t>
    </dgm:pt>
    <dgm:pt modelId="{EB853080-8E57-405E-9AAD-02723B58C5C0}" type="sibTrans" cxnId="{2D6A78A5-2382-4976-82D9-FD08946D0CAB}">
      <dgm:prSet/>
      <dgm:spPr/>
      <dgm:t>
        <a:bodyPr/>
        <a:lstStyle/>
        <a:p>
          <a:endParaRPr lang="en-US"/>
        </a:p>
      </dgm:t>
    </dgm:pt>
    <dgm:pt modelId="{97567C02-0E4A-4485-A844-40B5B9EF0494}">
      <dgm:prSet/>
      <dgm:spPr/>
      <dgm:t>
        <a:bodyPr/>
        <a:lstStyle/>
        <a:p>
          <a:r>
            <a:rPr lang="en-US"/>
            <a:t>🍃 Plants and Nutrition</a:t>
          </a:r>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35B7CFE8-0F7D-4EBF-A77F-19934F6C1F99}" type="parTrans" cxnId="{77291F6C-75BD-4184-AC0E-F25337D10892}">
      <dgm:prSet/>
      <dgm:spPr/>
      <dgm:t>
        <a:bodyPr/>
        <a:lstStyle/>
        <a:p>
          <a:endParaRPr lang="en-US"/>
        </a:p>
      </dgm:t>
    </dgm:pt>
    <dgm:pt modelId="{9CEE64EF-022C-477B-8D5E-23022DB29C8D}" type="sibTrans" cxnId="{77291F6C-75BD-4184-AC0E-F25337D10892}">
      <dgm:prSet/>
      <dgm:spPr/>
      <dgm:t>
        <a:bodyPr/>
        <a:lstStyle/>
        <a:p>
          <a:endParaRPr lang="en-US"/>
        </a:p>
      </dgm:t>
    </dgm:pt>
    <dgm:pt modelId="{519416F2-0307-4BC3-97E5-A286FFAE3416}">
      <dgm:prSet/>
      <dgm:spPr/>
      <dgm:t>
        <a:bodyPr/>
        <a:lstStyle/>
        <a:p>
          <a:r>
            <a:rPr lang="en-US"/>
            <a:t>🌍 Conservation</a:t>
          </a:r>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7CBF1E43-6A77-4247-8A37-D01764FDC595}" type="parTrans" cxnId="{88136E91-621A-4A39-BBE8-A556F8146C25}">
      <dgm:prSet/>
      <dgm:spPr/>
      <dgm:t>
        <a:bodyPr/>
        <a:lstStyle/>
        <a:p>
          <a:endParaRPr lang="en-US"/>
        </a:p>
      </dgm:t>
    </dgm:pt>
    <dgm:pt modelId="{AC1CD83C-AD6F-46D9-A10F-6939B774869F}" type="sibTrans" cxnId="{88136E91-621A-4A39-BBE8-A556F8146C25}">
      <dgm:prSet/>
      <dgm:spPr/>
      <dgm:t>
        <a:bodyPr/>
        <a:lstStyle/>
        <a:p>
          <a:endParaRPr lang="en-US"/>
        </a:p>
      </dgm:t>
    </dgm:pt>
    <dgm:pt modelId="{B64A9A01-AC21-44CD-83AF-97F63A1D157C}">
      <dgm:prSet/>
      <dgm:spPr/>
      <dgm:t>
        <a:bodyPr/>
        <a:lstStyle/>
        <a:p>
          <a:r>
            <a:rPr lang="en-US"/>
            <a:t>🧠 Quiz Challenge</a:t>
          </a:r>
        </a:p>
      </dgm:t>
      <dgm:extLst>
        <a:ext uri="{E40237B7-FDA0-4F09-8148-C483321AD2D9}">
          <dgm14:cNvPr xmlns:dgm14="http://schemas.microsoft.com/office/drawing/2010/diagram" id="0" name="">
            <a:hlinkClick xmlns:r="http://schemas.openxmlformats.org/officeDocument/2006/relationships" r:id="rId6" action="ppaction://hlinksldjump"/>
          </dgm14:cNvPr>
        </a:ext>
      </dgm:extLst>
    </dgm:pt>
    <dgm:pt modelId="{B5E6957F-ED7F-4D60-AD4D-F3C4211186CC}" type="parTrans" cxnId="{D4C0FA42-0A02-48DF-8455-B782B2B5F54E}">
      <dgm:prSet/>
      <dgm:spPr/>
      <dgm:t>
        <a:bodyPr/>
        <a:lstStyle/>
        <a:p>
          <a:endParaRPr lang="en-US"/>
        </a:p>
      </dgm:t>
    </dgm:pt>
    <dgm:pt modelId="{C4E330EB-6F66-4713-9EEC-4D8B645479FC}" type="sibTrans" cxnId="{D4C0FA42-0A02-48DF-8455-B782B2B5F54E}">
      <dgm:prSet/>
      <dgm:spPr/>
      <dgm:t>
        <a:bodyPr/>
        <a:lstStyle/>
        <a:p>
          <a:endParaRPr lang="en-US"/>
        </a:p>
      </dgm:t>
    </dgm:pt>
    <dgm:pt modelId="{18C86020-140A-324D-ACC9-217D93ED42CE}" type="pres">
      <dgm:prSet presAssocID="{D8B099A9-6AD3-4D8B-8A12-6E14D9099E9C}" presName="linear" presStyleCnt="0">
        <dgm:presLayoutVars>
          <dgm:animLvl val="lvl"/>
          <dgm:resizeHandles val="exact"/>
        </dgm:presLayoutVars>
      </dgm:prSet>
      <dgm:spPr/>
    </dgm:pt>
    <dgm:pt modelId="{D21A1415-4A7A-584B-B527-770FADAEBD7D}" type="pres">
      <dgm:prSet presAssocID="{2BEAF9F1-D79F-4B99-B4B1-735A72A05AAD}" presName="parentText" presStyleLbl="node1" presStyleIdx="0" presStyleCnt="6">
        <dgm:presLayoutVars>
          <dgm:chMax val="0"/>
          <dgm:bulletEnabled val="1"/>
        </dgm:presLayoutVars>
      </dgm:prSet>
      <dgm:spPr/>
    </dgm:pt>
    <dgm:pt modelId="{626EF85F-2F86-8A49-A533-A7FC6FDFDAB2}" type="pres">
      <dgm:prSet presAssocID="{F7956F2E-9468-4890-AF6A-607D0721C226}" presName="spacer" presStyleCnt="0"/>
      <dgm:spPr/>
    </dgm:pt>
    <dgm:pt modelId="{C1325B6C-77B8-C048-AF32-B84CA221F2B2}" type="pres">
      <dgm:prSet presAssocID="{CB367442-72AD-4062-9C50-473783E32894}" presName="parentText" presStyleLbl="node1" presStyleIdx="1" presStyleCnt="6">
        <dgm:presLayoutVars>
          <dgm:chMax val="0"/>
          <dgm:bulletEnabled val="1"/>
        </dgm:presLayoutVars>
      </dgm:prSet>
      <dgm:spPr/>
    </dgm:pt>
    <dgm:pt modelId="{6F06979A-B094-9F40-B3BB-98554E7000CB}" type="pres">
      <dgm:prSet presAssocID="{1C551A32-1282-4189-BECC-69BBF0298359}" presName="spacer" presStyleCnt="0"/>
      <dgm:spPr/>
    </dgm:pt>
    <dgm:pt modelId="{F1D318A7-0958-5C4E-9DEF-CA731EB1A06D}" type="pres">
      <dgm:prSet presAssocID="{ED3B4F49-F3AC-4CDA-985C-BB271677E6F1}" presName="parentText" presStyleLbl="node1" presStyleIdx="2" presStyleCnt="6">
        <dgm:presLayoutVars>
          <dgm:chMax val="0"/>
          <dgm:bulletEnabled val="1"/>
        </dgm:presLayoutVars>
      </dgm:prSet>
      <dgm:spPr/>
    </dgm:pt>
    <dgm:pt modelId="{76356E7F-66D3-E34F-AAD3-8DAA3544BA61}" type="pres">
      <dgm:prSet presAssocID="{EB853080-8E57-405E-9AAD-02723B58C5C0}" presName="spacer" presStyleCnt="0"/>
      <dgm:spPr/>
    </dgm:pt>
    <dgm:pt modelId="{DAD1291E-FF15-254C-8057-EBDC6E18C708}" type="pres">
      <dgm:prSet presAssocID="{97567C02-0E4A-4485-A844-40B5B9EF0494}" presName="parentText" presStyleLbl="node1" presStyleIdx="3" presStyleCnt="6">
        <dgm:presLayoutVars>
          <dgm:chMax val="0"/>
          <dgm:bulletEnabled val="1"/>
        </dgm:presLayoutVars>
      </dgm:prSet>
      <dgm:spPr/>
    </dgm:pt>
    <dgm:pt modelId="{4C535421-2DE3-E248-8103-69E58B681E28}" type="pres">
      <dgm:prSet presAssocID="{9CEE64EF-022C-477B-8D5E-23022DB29C8D}" presName="spacer" presStyleCnt="0"/>
      <dgm:spPr/>
    </dgm:pt>
    <dgm:pt modelId="{B63032B0-0CE1-6643-95DB-DA5D2E3EEA95}" type="pres">
      <dgm:prSet presAssocID="{519416F2-0307-4BC3-97E5-A286FFAE3416}" presName="parentText" presStyleLbl="node1" presStyleIdx="4" presStyleCnt="6">
        <dgm:presLayoutVars>
          <dgm:chMax val="0"/>
          <dgm:bulletEnabled val="1"/>
        </dgm:presLayoutVars>
      </dgm:prSet>
      <dgm:spPr/>
    </dgm:pt>
    <dgm:pt modelId="{2AFF9B0F-9E58-9640-80D7-B39BFFB081E9}" type="pres">
      <dgm:prSet presAssocID="{AC1CD83C-AD6F-46D9-A10F-6939B774869F}" presName="spacer" presStyleCnt="0"/>
      <dgm:spPr/>
    </dgm:pt>
    <dgm:pt modelId="{7E240046-AB02-5444-87A6-517A17C25742}" type="pres">
      <dgm:prSet presAssocID="{B64A9A01-AC21-44CD-83AF-97F63A1D157C}" presName="parentText" presStyleLbl="node1" presStyleIdx="5" presStyleCnt="6">
        <dgm:presLayoutVars>
          <dgm:chMax val="0"/>
          <dgm:bulletEnabled val="1"/>
        </dgm:presLayoutVars>
      </dgm:prSet>
      <dgm:spPr/>
    </dgm:pt>
  </dgm:ptLst>
  <dgm:cxnLst>
    <dgm:cxn modelId="{4676DB25-BC55-D947-89D0-6D91B320BE1F}" type="presOf" srcId="{CB367442-72AD-4062-9C50-473783E32894}" destId="{C1325B6C-77B8-C048-AF32-B84CA221F2B2}" srcOrd="0" destOrd="0" presId="urn:microsoft.com/office/officeart/2005/8/layout/vList2"/>
    <dgm:cxn modelId="{D4C0FA42-0A02-48DF-8455-B782B2B5F54E}" srcId="{D8B099A9-6AD3-4D8B-8A12-6E14D9099E9C}" destId="{B64A9A01-AC21-44CD-83AF-97F63A1D157C}" srcOrd="5" destOrd="0" parTransId="{B5E6957F-ED7F-4D60-AD4D-F3C4211186CC}" sibTransId="{C4E330EB-6F66-4713-9EEC-4D8B645479FC}"/>
    <dgm:cxn modelId="{4BE5474D-6333-9143-A6F3-6F95AB700870}" type="presOf" srcId="{519416F2-0307-4BC3-97E5-A286FFAE3416}" destId="{B63032B0-0CE1-6643-95DB-DA5D2E3EEA95}" srcOrd="0" destOrd="0" presId="urn:microsoft.com/office/officeart/2005/8/layout/vList2"/>
    <dgm:cxn modelId="{77291F6C-75BD-4184-AC0E-F25337D10892}" srcId="{D8B099A9-6AD3-4D8B-8A12-6E14D9099E9C}" destId="{97567C02-0E4A-4485-A844-40B5B9EF0494}" srcOrd="3" destOrd="0" parTransId="{35B7CFE8-0F7D-4EBF-A77F-19934F6C1F99}" sibTransId="{9CEE64EF-022C-477B-8D5E-23022DB29C8D}"/>
    <dgm:cxn modelId="{99D1D570-3355-354F-A361-4F1F5618B67A}" type="presOf" srcId="{D8B099A9-6AD3-4D8B-8A12-6E14D9099E9C}" destId="{18C86020-140A-324D-ACC9-217D93ED42CE}" srcOrd="0" destOrd="0" presId="urn:microsoft.com/office/officeart/2005/8/layout/vList2"/>
    <dgm:cxn modelId="{B42BD779-CC77-FE41-8DB3-AB63D0D3EB7E}" type="presOf" srcId="{2BEAF9F1-D79F-4B99-B4B1-735A72A05AAD}" destId="{D21A1415-4A7A-584B-B527-770FADAEBD7D}" srcOrd="0" destOrd="0" presId="urn:microsoft.com/office/officeart/2005/8/layout/vList2"/>
    <dgm:cxn modelId="{88136E91-621A-4A39-BBE8-A556F8146C25}" srcId="{D8B099A9-6AD3-4D8B-8A12-6E14D9099E9C}" destId="{519416F2-0307-4BC3-97E5-A286FFAE3416}" srcOrd="4" destOrd="0" parTransId="{7CBF1E43-6A77-4247-8A37-D01764FDC595}" sibTransId="{AC1CD83C-AD6F-46D9-A10F-6939B774869F}"/>
    <dgm:cxn modelId="{2D6A78A5-2382-4976-82D9-FD08946D0CAB}" srcId="{D8B099A9-6AD3-4D8B-8A12-6E14D9099E9C}" destId="{ED3B4F49-F3AC-4CDA-985C-BB271677E6F1}" srcOrd="2" destOrd="0" parTransId="{834AB283-A991-401A-B1EE-894DB6F6D446}" sibTransId="{EB853080-8E57-405E-9AAD-02723B58C5C0}"/>
    <dgm:cxn modelId="{628C8BB9-E653-E74E-8B21-E7CB2B552BC8}" type="presOf" srcId="{B64A9A01-AC21-44CD-83AF-97F63A1D157C}" destId="{7E240046-AB02-5444-87A6-517A17C25742}" srcOrd="0" destOrd="0" presId="urn:microsoft.com/office/officeart/2005/8/layout/vList2"/>
    <dgm:cxn modelId="{772823C3-E7B3-FC46-ACC2-2E0939155C02}" type="presOf" srcId="{97567C02-0E4A-4485-A844-40B5B9EF0494}" destId="{DAD1291E-FF15-254C-8057-EBDC6E18C708}" srcOrd="0" destOrd="0" presId="urn:microsoft.com/office/officeart/2005/8/layout/vList2"/>
    <dgm:cxn modelId="{8ACB96CF-0089-4244-A2A0-A346168ED358}" type="presOf" srcId="{ED3B4F49-F3AC-4CDA-985C-BB271677E6F1}" destId="{F1D318A7-0958-5C4E-9DEF-CA731EB1A06D}" srcOrd="0" destOrd="0" presId="urn:microsoft.com/office/officeart/2005/8/layout/vList2"/>
    <dgm:cxn modelId="{EEE9F8D1-4594-4459-91C1-458A5C926DE7}" srcId="{D8B099A9-6AD3-4D8B-8A12-6E14D9099E9C}" destId="{CB367442-72AD-4062-9C50-473783E32894}" srcOrd="1" destOrd="0" parTransId="{32C8DA30-AF32-48BD-A8DD-1EDFDC514A47}" sibTransId="{1C551A32-1282-4189-BECC-69BBF0298359}"/>
    <dgm:cxn modelId="{2ABA71D9-B09C-4189-A3A6-7B2A677C8471}" srcId="{D8B099A9-6AD3-4D8B-8A12-6E14D9099E9C}" destId="{2BEAF9F1-D79F-4B99-B4B1-735A72A05AAD}" srcOrd="0" destOrd="0" parTransId="{9757E99F-8DA6-4117-BEC9-EAB7446A089F}" sibTransId="{F7956F2E-9468-4890-AF6A-607D0721C226}"/>
    <dgm:cxn modelId="{BF7F1CBC-F9EB-5147-8991-C5A233377290}" type="presParOf" srcId="{18C86020-140A-324D-ACC9-217D93ED42CE}" destId="{D21A1415-4A7A-584B-B527-770FADAEBD7D}" srcOrd="0" destOrd="0" presId="urn:microsoft.com/office/officeart/2005/8/layout/vList2"/>
    <dgm:cxn modelId="{5D83A416-16F1-5F4F-A3C8-A8BE8FD1A59B}" type="presParOf" srcId="{18C86020-140A-324D-ACC9-217D93ED42CE}" destId="{626EF85F-2F86-8A49-A533-A7FC6FDFDAB2}" srcOrd="1" destOrd="0" presId="urn:microsoft.com/office/officeart/2005/8/layout/vList2"/>
    <dgm:cxn modelId="{7590024C-B9B2-A04E-9D3D-CC986F20B5E3}" type="presParOf" srcId="{18C86020-140A-324D-ACC9-217D93ED42CE}" destId="{C1325B6C-77B8-C048-AF32-B84CA221F2B2}" srcOrd="2" destOrd="0" presId="urn:microsoft.com/office/officeart/2005/8/layout/vList2"/>
    <dgm:cxn modelId="{BD422BEC-95E4-3242-BFBD-877B5730E3F3}" type="presParOf" srcId="{18C86020-140A-324D-ACC9-217D93ED42CE}" destId="{6F06979A-B094-9F40-B3BB-98554E7000CB}" srcOrd="3" destOrd="0" presId="urn:microsoft.com/office/officeart/2005/8/layout/vList2"/>
    <dgm:cxn modelId="{4A468A24-2742-B44B-9E7E-094A10122F76}" type="presParOf" srcId="{18C86020-140A-324D-ACC9-217D93ED42CE}" destId="{F1D318A7-0958-5C4E-9DEF-CA731EB1A06D}" srcOrd="4" destOrd="0" presId="urn:microsoft.com/office/officeart/2005/8/layout/vList2"/>
    <dgm:cxn modelId="{F10681EC-A129-0342-A529-C5EF242B7F07}" type="presParOf" srcId="{18C86020-140A-324D-ACC9-217D93ED42CE}" destId="{76356E7F-66D3-E34F-AAD3-8DAA3544BA61}" srcOrd="5" destOrd="0" presId="urn:microsoft.com/office/officeart/2005/8/layout/vList2"/>
    <dgm:cxn modelId="{4557C384-6B01-AE49-A9FE-B8860F1E5E17}" type="presParOf" srcId="{18C86020-140A-324D-ACC9-217D93ED42CE}" destId="{DAD1291E-FF15-254C-8057-EBDC6E18C708}" srcOrd="6" destOrd="0" presId="urn:microsoft.com/office/officeart/2005/8/layout/vList2"/>
    <dgm:cxn modelId="{05D6BF43-17F6-CF46-BE00-D423C0EC0837}" type="presParOf" srcId="{18C86020-140A-324D-ACC9-217D93ED42CE}" destId="{4C535421-2DE3-E248-8103-69E58B681E28}" srcOrd="7" destOrd="0" presId="urn:microsoft.com/office/officeart/2005/8/layout/vList2"/>
    <dgm:cxn modelId="{97E013D1-5361-0D49-A31B-C0C86B82D738}" type="presParOf" srcId="{18C86020-140A-324D-ACC9-217D93ED42CE}" destId="{B63032B0-0CE1-6643-95DB-DA5D2E3EEA95}" srcOrd="8" destOrd="0" presId="urn:microsoft.com/office/officeart/2005/8/layout/vList2"/>
    <dgm:cxn modelId="{2C549C92-8AA4-074D-8D1D-8628D46E96C3}" type="presParOf" srcId="{18C86020-140A-324D-ACC9-217D93ED42CE}" destId="{2AFF9B0F-9E58-9640-80D7-B39BFFB081E9}" srcOrd="9" destOrd="0" presId="urn:microsoft.com/office/officeart/2005/8/layout/vList2"/>
    <dgm:cxn modelId="{C8B4F1A5-6BCD-CE4B-918E-0E9C08DBF5AB}" type="presParOf" srcId="{18C86020-140A-324D-ACC9-217D93ED42CE}" destId="{7E240046-AB02-5444-87A6-517A17C2574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6F8D73-1E50-4D57-9561-9F1E4BDD4D6B}" type="doc">
      <dgm:prSet loTypeId="urn:microsoft.com/office/officeart/2005/8/layout/vList2" loCatId="list" qsTypeId="urn:microsoft.com/office/officeart/2005/8/quickstyle/simple5" qsCatId="simple" csTypeId="urn:microsoft.com/office/officeart/2005/8/colors/colorful1" csCatId="colorful" phldr="1"/>
      <dgm:spPr/>
      <dgm:t>
        <a:bodyPr/>
        <a:lstStyle/>
        <a:p>
          <a:endParaRPr lang="en-US"/>
        </a:p>
      </dgm:t>
    </dgm:pt>
    <dgm:pt modelId="{2595B67E-06AC-44E9-B87F-EDACA2A85513}">
      <dgm:prSet custT="1"/>
      <dgm:spPr>
        <a:noFill/>
      </dgm:spPr>
      <dgm:t>
        <a:bodyPr/>
        <a:lstStyle/>
        <a:p>
          <a:r>
            <a:rPr lang="en-US" sz="1200"/>
            <a:t>Plants have special features called </a:t>
          </a:r>
          <a:r>
            <a:rPr lang="en-US" sz="1200" b="1"/>
            <a:t>adaptations</a:t>
          </a:r>
          <a:r>
            <a:rPr lang="en-US" sz="1200"/>
            <a:t> that help them survive in different environments.</a:t>
          </a:r>
          <a:endParaRPr lang="en-US" sz="1200" dirty="0"/>
        </a:p>
      </dgm:t>
    </dgm:pt>
    <dgm:pt modelId="{93FD6D4B-7405-48BC-ADE2-984E0E19E17F}" type="parTrans" cxnId="{4DBCB39F-66B3-4092-B0C4-3A4E3C3636DA}">
      <dgm:prSet/>
      <dgm:spPr/>
      <dgm:t>
        <a:bodyPr/>
        <a:lstStyle/>
        <a:p>
          <a:endParaRPr lang="en-US" sz="1200"/>
        </a:p>
      </dgm:t>
    </dgm:pt>
    <dgm:pt modelId="{BBC79864-F675-4D96-92A6-9DCCC0FC7C64}" type="sibTrans" cxnId="{4DBCB39F-66B3-4092-B0C4-3A4E3C3636DA}">
      <dgm:prSet/>
      <dgm:spPr/>
      <dgm:t>
        <a:bodyPr/>
        <a:lstStyle/>
        <a:p>
          <a:endParaRPr lang="en-US" sz="1200"/>
        </a:p>
      </dgm:t>
    </dgm:pt>
    <dgm:pt modelId="{2E25F55A-5DEF-4476-B909-AF4CDB555F50}">
      <dgm:prSet custT="1"/>
      <dgm:spPr/>
      <dgm:t>
        <a:bodyPr/>
        <a:lstStyle/>
        <a:p>
          <a:r>
            <a:rPr lang="en-US" sz="1200"/>
            <a:t>🌵 </a:t>
          </a:r>
          <a:r>
            <a:rPr lang="en-US" sz="1200" b="1"/>
            <a:t>Desert</a:t>
          </a:r>
          <a:endParaRPr lang="en-US" sz="1200"/>
        </a:p>
      </dgm:t>
    </dgm:pt>
    <dgm:pt modelId="{1F89B87C-BBC3-43E7-A96D-14D9DF94CB46}" type="parTrans" cxnId="{12859867-EC0A-40BF-B392-3FC622B8A096}">
      <dgm:prSet/>
      <dgm:spPr/>
      <dgm:t>
        <a:bodyPr/>
        <a:lstStyle/>
        <a:p>
          <a:endParaRPr lang="en-US" sz="1200"/>
        </a:p>
      </dgm:t>
    </dgm:pt>
    <dgm:pt modelId="{A5E2D228-6082-4574-A695-47B5879554AF}" type="sibTrans" cxnId="{12859867-EC0A-40BF-B392-3FC622B8A096}">
      <dgm:prSet/>
      <dgm:spPr/>
      <dgm:t>
        <a:bodyPr/>
        <a:lstStyle/>
        <a:p>
          <a:endParaRPr lang="en-US" sz="1200"/>
        </a:p>
      </dgm:t>
    </dgm:pt>
    <dgm:pt modelId="{6E3359A5-126F-4D45-9C01-83D5072F3496}">
      <dgm:prSet custT="1"/>
      <dgm:spPr>
        <a:noFill/>
      </dgm:spPr>
      <dgm:t>
        <a:bodyPr/>
        <a:lstStyle/>
        <a:p>
          <a:r>
            <a:rPr lang="en-US" sz="1200"/>
            <a:t>Thick stems store water. </a:t>
          </a:r>
        </a:p>
      </dgm:t>
    </dgm:pt>
    <dgm:pt modelId="{B9B45B2D-9F13-4A1A-874A-F8DD3C8DD6D2}" type="parTrans" cxnId="{6BDA887B-5C6C-40D9-9911-09DC661FA178}">
      <dgm:prSet/>
      <dgm:spPr/>
      <dgm:t>
        <a:bodyPr/>
        <a:lstStyle/>
        <a:p>
          <a:endParaRPr lang="en-US" sz="1200"/>
        </a:p>
      </dgm:t>
    </dgm:pt>
    <dgm:pt modelId="{0425D95C-1CAB-43ED-96C6-6BC3AA628CBF}" type="sibTrans" cxnId="{6BDA887B-5C6C-40D9-9911-09DC661FA178}">
      <dgm:prSet/>
      <dgm:spPr/>
      <dgm:t>
        <a:bodyPr/>
        <a:lstStyle/>
        <a:p>
          <a:endParaRPr lang="en-US" sz="1200"/>
        </a:p>
      </dgm:t>
    </dgm:pt>
    <dgm:pt modelId="{471F7A93-8586-417F-A639-9D7119792274}">
      <dgm:prSet custT="1"/>
      <dgm:spPr>
        <a:noFill/>
      </dgm:spPr>
      <dgm:t>
        <a:bodyPr/>
        <a:lstStyle/>
        <a:p>
          <a:r>
            <a:rPr lang="en-US" sz="1200"/>
            <a:t>Small leaves reduce water loss. </a:t>
          </a:r>
        </a:p>
      </dgm:t>
    </dgm:pt>
    <dgm:pt modelId="{F159D710-E6EE-4E82-81C4-9967453719E5}" type="parTrans" cxnId="{F2C5E80A-4ECC-48BE-A1A7-73CAA7B6A573}">
      <dgm:prSet/>
      <dgm:spPr/>
      <dgm:t>
        <a:bodyPr/>
        <a:lstStyle/>
        <a:p>
          <a:endParaRPr lang="en-US" sz="1200"/>
        </a:p>
      </dgm:t>
    </dgm:pt>
    <dgm:pt modelId="{8D9FEDC8-13AA-4CB5-A2A5-72E332ADB148}" type="sibTrans" cxnId="{F2C5E80A-4ECC-48BE-A1A7-73CAA7B6A573}">
      <dgm:prSet/>
      <dgm:spPr/>
      <dgm:t>
        <a:bodyPr/>
        <a:lstStyle/>
        <a:p>
          <a:endParaRPr lang="en-US" sz="1200"/>
        </a:p>
      </dgm:t>
    </dgm:pt>
    <dgm:pt modelId="{7D5A773E-53B8-4E4A-9111-D83B40E9859F}">
      <dgm:prSet custT="1"/>
      <dgm:spPr/>
      <dgm:t>
        <a:bodyPr/>
        <a:lstStyle/>
        <a:p>
          <a:r>
            <a:rPr lang="en-US" sz="1200"/>
            <a:t>🌳 </a:t>
          </a:r>
          <a:r>
            <a:rPr lang="en-US" sz="1200" b="1"/>
            <a:t>Forest</a:t>
          </a:r>
          <a:endParaRPr lang="en-US" sz="1200"/>
        </a:p>
      </dgm:t>
    </dgm:pt>
    <dgm:pt modelId="{428623E5-AB01-4028-B43B-87A16590B345}" type="parTrans" cxnId="{871BF51A-35D6-4BCE-AC15-4094C35A3BF8}">
      <dgm:prSet/>
      <dgm:spPr/>
      <dgm:t>
        <a:bodyPr/>
        <a:lstStyle/>
        <a:p>
          <a:endParaRPr lang="en-US" sz="1200"/>
        </a:p>
      </dgm:t>
    </dgm:pt>
    <dgm:pt modelId="{40ED77E5-2CFD-4A38-A732-CCF6A1152C32}" type="sibTrans" cxnId="{871BF51A-35D6-4BCE-AC15-4094C35A3BF8}">
      <dgm:prSet/>
      <dgm:spPr/>
      <dgm:t>
        <a:bodyPr/>
        <a:lstStyle/>
        <a:p>
          <a:endParaRPr lang="en-US" sz="1200"/>
        </a:p>
      </dgm:t>
    </dgm:pt>
    <dgm:pt modelId="{5865AF9D-1409-412C-8381-7BD309ABEDAE}">
      <dgm:prSet custT="1"/>
      <dgm:spPr>
        <a:noFill/>
      </dgm:spPr>
      <dgm:t>
        <a:bodyPr/>
        <a:lstStyle/>
        <a:p>
          <a:r>
            <a:rPr lang="en-US" sz="1200"/>
            <a:t>Broad leaves capture sunlight. </a:t>
          </a:r>
        </a:p>
      </dgm:t>
    </dgm:pt>
    <dgm:pt modelId="{FA468D60-64C1-4639-80E4-CBDEE3950456}" type="parTrans" cxnId="{FB4D71F1-B1A7-4E71-830B-0F536ACE1FEE}">
      <dgm:prSet/>
      <dgm:spPr/>
      <dgm:t>
        <a:bodyPr/>
        <a:lstStyle/>
        <a:p>
          <a:endParaRPr lang="en-US" sz="1200"/>
        </a:p>
      </dgm:t>
    </dgm:pt>
    <dgm:pt modelId="{944F7658-16F0-4143-B7D6-7C00EEC17704}" type="sibTrans" cxnId="{FB4D71F1-B1A7-4E71-830B-0F536ACE1FEE}">
      <dgm:prSet/>
      <dgm:spPr/>
      <dgm:t>
        <a:bodyPr/>
        <a:lstStyle/>
        <a:p>
          <a:endParaRPr lang="en-US" sz="1200"/>
        </a:p>
      </dgm:t>
    </dgm:pt>
    <dgm:pt modelId="{C6760CC8-BCFA-4C1F-99C0-92E791B95619}">
      <dgm:prSet custT="1"/>
      <dgm:spPr>
        <a:noFill/>
      </dgm:spPr>
      <dgm:t>
        <a:bodyPr/>
        <a:lstStyle/>
        <a:p>
          <a:r>
            <a:rPr lang="en-US" sz="1200"/>
            <a:t>Tall stems compete for light. </a:t>
          </a:r>
        </a:p>
      </dgm:t>
    </dgm:pt>
    <dgm:pt modelId="{ECE48F69-3630-4DAC-B465-5A17F5EA811D}" type="parTrans" cxnId="{A7BB1B06-7F56-4EA8-A5AA-3FC6559F6911}">
      <dgm:prSet/>
      <dgm:spPr/>
      <dgm:t>
        <a:bodyPr/>
        <a:lstStyle/>
        <a:p>
          <a:endParaRPr lang="en-US" sz="1200"/>
        </a:p>
      </dgm:t>
    </dgm:pt>
    <dgm:pt modelId="{3936DEBE-26D2-4893-AC53-BD90C44190A7}" type="sibTrans" cxnId="{A7BB1B06-7F56-4EA8-A5AA-3FC6559F6911}">
      <dgm:prSet/>
      <dgm:spPr/>
      <dgm:t>
        <a:bodyPr/>
        <a:lstStyle/>
        <a:p>
          <a:endParaRPr lang="en-US" sz="1200"/>
        </a:p>
      </dgm:t>
    </dgm:pt>
    <dgm:pt modelId="{12A0A35A-F75D-41CD-97D9-E2933039F019}">
      <dgm:prSet custT="1"/>
      <dgm:spPr/>
      <dgm:t>
        <a:bodyPr/>
        <a:lstStyle/>
        <a:p>
          <a:r>
            <a:rPr lang="en-US" sz="1200"/>
            <a:t>🌾 </a:t>
          </a:r>
          <a:r>
            <a:rPr lang="en-US" sz="1200" b="1"/>
            <a:t>Grassland</a:t>
          </a:r>
          <a:endParaRPr lang="en-US" sz="1200"/>
        </a:p>
      </dgm:t>
    </dgm:pt>
    <dgm:pt modelId="{43E4E44C-2E26-4106-B060-09F7811080D9}" type="parTrans" cxnId="{9A94B767-D8C1-41A6-9D69-8E40F08A7D43}">
      <dgm:prSet/>
      <dgm:spPr/>
      <dgm:t>
        <a:bodyPr/>
        <a:lstStyle/>
        <a:p>
          <a:endParaRPr lang="en-US" sz="1200"/>
        </a:p>
      </dgm:t>
    </dgm:pt>
    <dgm:pt modelId="{91FB1138-9898-4996-B1BA-9C2B5782C7A8}" type="sibTrans" cxnId="{9A94B767-D8C1-41A6-9D69-8E40F08A7D43}">
      <dgm:prSet/>
      <dgm:spPr/>
      <dgm:t>
        <a:bodyPr/>
        <a:lstStyle/>
        <a:p>
          <a:endParaRPr lang="en-US" sz="1200"/>
        </a:p>
      </dgm:t>
    </dgm:pt>
    <dgm:pt modelId="{6A9B3165-451F-4843-BECF-B25F1DA105C3}">
      <dgm:prSet custT="1"/>
      <dgm:spPr>
        <a:noFill/>
      </dgm:spPr>
      <dgm:t>
        <a:bodyPr/>
        <a:lstStyle/>
        <a:p>
          <a:r>
            <a:rPr lang="en-US" sz="1200"/>
            <a:t>Deep roots survive fires. </a:t>
          </a:r>
        </a:p>
      </dgm:t>
    </dgm:pt>
    <dgm:pt modelId="{6C555498-1EF4-4EE2-8425-7F8A7A2DBFFB}" type="parTrans" cxnId="{9C0371D5-53B6-4E90-9DFA-BC8134A96C3C}">
      <dgm:prSet/>
      <dgm:spPr/>
      <dgm:t>
        <a:bodyPr/>
        <a:lstStyle/>
        <a:p>
          <a:endParaRPr lang="en-US" sz="1200"/>
        </a:p>
      </dgm:t>
    </dgm:pt>
    <dgm:pt modelId="{B04753D9-B50F-4527-850A-2DA2113B8A1A}" type="sibTrans" cxnId="{9C0371D5-53B6-4E90-9DFA-BC8134A96C3C}">
      <dgm:prSet/>
      <dgm:spPr/>
      <dgm:t>
        <a:bodyPr/>
        <a:lstStyle/>
        <a:p>
          <a:endParaRPr lang="en-US" sz="1200"/>
        </a:p>
      </dgm:t>
    </dgm:pt>
    <dgm:pt modelId="{A384CF22-C0C7-448D-A942-A8B5E5E5F93A}">
      <dgm:prSet custT="1"/>
      <dgm:spPr>
        <a:noFill/>
      </dgm:spPr>
      <dgm:t>
        <a:bodyPr/>
        <a:lstStyle/>
        <a:p>
          <a:r>
            <a:rPr lang="en-US" sz="1200"/>
            <a:t>Flexible stems withstand wind. </a:t>
          </a:r>
        </a:p>
      </dgm:t>
    </dgm:pt>
    <dgm:pt modelId="{4B7D39BD-F836-4AA3-A12E-8E955C3C2C2D}" type="parTrans" cxnId="{D50B0AEB-8247-4D55-8E65-5442B21AEC57}">
      <dgm:prSet/>
      <dgm:spPr/>
      <dgm:t>
        <a:bodyPr/>
        <a:lstStyle/>
        <a:p>
          <a:endParaRPr lang="en-US" sz="1200"/>
        </a:p>
      </dgm:t>
    </dgm:pt>
    <dgm:pt modelId="{0ED95A84-C92E-40C0-A187-D963F08EA19F}" type="sibTrans" cxnId="{D50B0AEB-8247-4D55-8E65-5442B21AEC57}">
      <dgm:prSet/>
      <dgm:spPr/>
      <dgm:t>
        <a:bodyPr/>
        <a:lstStyle/>
        <a:p>
          <a:endParaRPr lang="en-US" sz="1200"/>
        </a:p>
      </dgm:t>
    </dgm:pt>
    <dgm:pt modelId="{EB14FE7E-FC0A-4AAC-9ED5-947855CB0D6C}">
      <dgm:prSet custT="1"/>
      <dgm:spPr/>
      <dgm:t>
        <a:bodyPr/>
        <a:lstStyle/>
        <a:p>
          <a:r>
            <a:rPr lang="en-US" sz="1200"/>
            <a:t>💧 </a:t>
          </a:r>
          <a:r>
            <a:rPr lang="en-US" sz="1200" b="1"/>
            <a:t>Wetlands</a:t>
          </a:r>
          <a:endParaRPr lang="en-US" sz="1200"/>
        </a:p>
      </dgm:t>
    </dgm:pt>
    <dgm:pt modelId="{3E3F1883-EE97-471D-87D2-2C3EFD656996}" type="parTrans" cxnId="{ECB9711F-F481-42C3-9939-3BA13B45CB72}">
      <dgm:prSet/>
      <dgm:spPr/>
      <dgm:t>
        <a:bodyPr/>
        <a:lstStyle/>
        <a:p>
          <a:endParaRPr lang="en-US" sz="1200"/>
        </a:p>
      </dgm:t>
    </dgm:pt>
    <dgm:pt modelId="{4131ECD5-BD2B-40EB-897A-42E5DA1964DB}" type="sibTrans" cxnId="{ECB9711F-F481-42C3-9939-3BA13B45CB72}">
      <dgm:prSet/>
      <dgm:spPr/>
      <dgm:t>
        <a:bodyPr/>
        <a:lstStyle/>
        <a:p>
          <a:endParaRPr lang="en-US" sz="1200"/>
        </a:p>
      </dgm:t>
    </dgm:pt>
    <dgm:pt modelId="{954A99CC-19E1-4A5C-856C-0DF5E2C826BD}">
      <dgm:prSet custT="1"/>
      <dgm:spPr>
        <a:noFill/>
      </dgm:spPr>
      <dgm:t>
        <a:bodyPr/>
        <a:lstStyle/>
        <a:p>
          <a:r>
            <a:rPr lang="en-US" sz="1200"/>
            <a:t>Air spaces in roots help plants survive flooded soils.</a:t>
          </a:r>
          <a:endParaRPr lang="en-US" sz="1200" dirty="0"/>
        </a:p>
      </dgm:t>
    </dgm:pt>
    <dgm:pt modelId="{8FB692BA-45B1-4903-BA45-7555467A53B9}" type="parTrans" cxnId="{C7753FB9-716D-4B04-BDEA-C74954AACCF5}">
      <dgm:prSet/>
      <dgm:spPr/>
      <dgm:t>
        <a:bodyPr/>
        <a:lstStyle/>
        <a:p>
          <a:endParaRPr lang="en-US" sz="1200"/>
        </a:p>
      </dgm:t>
    </dgm:pt>
    <dgm:pt modelId="{906E94D4-B90F-45FD-AC8E-B9BFFFDC2ADB}" type="sibTrans" cxnId="{C7753FB9-716D-4B04-BDEA-C74954AACCF5}">
      <dgm:prSet/>
      <dgm:spPr/>
      <dgm:t>
        <a:bodyPr/>
        <a:lstStyle/>
        <a:p>
          <a:endParaRPr lang="en-US" sz="1200"/>
        </a:p>
      </dgm:t>
    </dgm:pt>
    <dgm:pt modelId="{34D29FBC-9E7E-43B4-8D75-3354012228A4}">
      <dgm:prSet custT="1"/>
      <dgm:spPr/>
      <dgm:t>
        <a:bodyPr/>
        <a:lstStyle/>
        <a:p>
          <a:r>
            <a:rPr lang="en-US" sz="1200" b="1"/>
            <a:t>How Do Plants Survive?</a:t>
          </a:r>
          <a:endParaRPr lang="en-US" sz="1200"/>
        </a:p>
      </dgm:t>
    </dgm:pt>
    <dgm:pt modelId="{BD3C606B-EEDF-4A8F-80F7-D398B1D8544E}" type="sibTrans" cxnId="{23856C14-A849-49A6-95E8-4E996519132D}">
      <dgm:prSet/>
      <dgm:spPr/>
      <dgm:t>
        <a:bodyPr/>
        <a:lstStyle/>
        <a:p>
          <a:endParaRPr lang="en-US" sz="1200"/>
        </a:p>
      </dgm:t>
    </dgm:pt>
    <dgm:pt modelId="{074643AA-CBE9-4163-9C2F-750D5A110553}" type="parTrans" cxnId="{23856C14-A849-49A6-95E8-4E996519132D}">
      <dgm:prSet/>
      <dgm:spPr/>
      <dgm:t>
        <a:bodyPr/>
        <a:lstStyle/>
        <a:p>
          <a:endParaRPr lang="en-US" sz="1200"/>
        </a:p>
      </dgm:t>
    </dgm:pt>
    <dgm:pt modelId="{BBB38F11-CDD7-DF45-ACAD-5F19FA14A616}" type="pres">
      <dgm:prSet presAssocID="{1F6F8D73-1E50-4D57-9561-9F1E4BDD4D6B}" presName="linear" presStyleCnt="0">
        <dgm:presLayoutVars>
          <dgm:animLvl val="lvl"/>
          <dgm:resizeHandles val="exact"/>
        </dgm:presLayoutVars>
      </dgm:prSet>
      <dgm:spPr/>
    </dgm:pt>
    <dgm:pt modelId="{22E9A901-8387-2641-BB3A-E8478B4CC7F2}" type="pres">
      <dgm:prSet presAssocID="{34D29FBC-9E7E-43B4-8D75-3354012228A4}" presName="parentText" presStyleLbl="node1" presStyleIdx="0" presStyleCnt="13">
        <dgm:presLayoutVars>
          <dgm:chMax val="0"/>
          <dgm:bulletEnabled val="1"/>
        </dgm:presLayoutVars>
      </dgm:prSet>
      <dgm:spPr/>
    </dgm:pt>
    <dgm:pt modelId="{2A46CF2F-CECD-1942-BFA1-6CA1B74F7C47}" type="pres">
      <dgm:prSet presAssocID="{BD3C606B-EEDF-4A8F-80F7-D398B1D8544E}" presName="spacer" presStyleCnt="0"/>
      <dgm:spPr/>
    </dgm:pt>
    <dgm:pt modelId="{45CBADDE-E3FD-544D-8002-D4AC03E9BA00}" type="pres">
      <dgm:prSet presAssocID="{2595B67E-06AC-44E9-B87F-EDACA2A85513}" presName="parentText" presStyleLbl="node1" presStyleIdx="1" presStyleCnt="13">
        <dgm:presLayoutVars>
          <dgm:chMax val="0"/>
          <dgm:bulletEnabled val="1"/>
        </dgm:presLayoutVars>
      </dgm:prSet>
      <dgm:spPr/>
    </dgm:pt>
    <dgm:pt modelId="{E2A080C5-03F8-994B-A174-B7F71B81034E}" type="pres">
      <dgm:prSet presAssocID="{BBC79864-F675-4D96-92A6-9DCCC0FC7C64}" presName="spacer" presStyleCnt="0"/>
      <dgm:spPr/>
    </dgm:pt>
    <dgm:pt modelId="{6FF70CB5-AB31-4044-B42C-6666FAF28C7A}" type="pres">
      <dgm:prSet presAssocID="{2E25F55A-5DEF-4476-B909-AF4CDB555F50}" presName="parentText" presStyleLbl="node1" presStyleIdx="2" presStyleCnt="13">
        <dgm:presLayoutVars>
          <dgm:chMax val="0"/>
          <dgm:bulletEnabled val="1"/>
        </dgm:presLayoutVars>
      </dgm:prSet>
      <dgm:spPr/>
    </dgm:pt>
    <dgm:pt modelId="{DA6CBE46-D7D7-1E4C-B265-81FC9E77826B}" type="pres">
      <dgm:prSet presAssocID="{A5E2D228-6082-4574-A695-47B5879554AF}" presName="spacer" presStyleCnt="0"/>
      <dgm:spPr/>
    </dgm:pt>
    <dgm:pt modelId="{5547C4E9-657C-0B4B-980C-75F654164CCA}" type="pres">
      <dgm:prSet presAssocID="{6E3359A5-126F-4D45-9C01-83D5072F3496}" presName="parentText" presStyleLbl="node1" presStyleIdx="3" presStyleCnt="13">
        <dgm:presLayoutVars>
          <dgm:chMax val="0"/>
          <dgm:bulletEnabled val="1"/>
        </dgm:presLayoutVars>
      </dgm:prSet>
      <dgm:spPr/>
    </dgm:pt>
    <dgm:pt modelId="{F824ED04-B116-EF43-BDB7-37E465E01192}" type="pres">
      <dgm:prSet presAssocID="{0425D95C-1CAB-43ED-96C6-6BC3AA628CBF}" presName="spacer" presStyleCnt="0"/>
      <dgm:spPr/>
    </dgm:pt>
    <dgm:pt modelId="{9841861B-5069-394E-A2C3-797D460DCA9E}" type="pres">
      <dgm:prSet presAssocID="{471F7A93-8586-417F-A639-9D7119792274}" presName="parentText" presStyleLbl="node1" presStyleIdx="4" presStyleCnt="13">
        <dgm:presLayoutVars>
          <dgm:chMax val="0"/>
          <dgm:bulletEnabled val="1"/>
        </dgm:presLayoutVars>
      </dgm:prSet>
      <dgm:spPr/>
    </dgm:pt>
    <dgm:pt modelId="{7B6E8F28-0FAC-0941-9DD4-F5E5B7F1BE48}" type="pres">
      <dgm:prSet presAssocID="{8D9FEDC8-13AA-4CB5-A2A5-72E332ADB148}" presName="spacer" presStyleCnt="0"/>
      <dgm:spPr/>
    </dgm:pt>
    <dgm:pt modelId="{F3F37E78-8480-254C-B46D-BFFF252DA9FE}" type="pres">
      <dgm:prSet presAssocID="{7D5A773E-53B8-4E4A-9111-D83B40E9859F}" presName="parentText" presStyleLbl="node1" presStyleIdx="5" presStyleCnt="13">
        <dgm:presLayoutVars>
          <dgm:chMax val="0"/>
          <dgm:bulletEnabled val="1"/>
        </dgm:presLayoutVars>
      </dgm:prSet>
      <dgm:spPr/>
    </dgm:pt>
    <dgm:pt modelId="{D1322101-BCED-BD49-818A-A567122F9E2B}" type="pres">
      <dgm:prSet presAssocID="{40ED77E5-2CFD-4A38-A732-CCF6A1152C32}" presName="spacer" presStyleCnt="0"/>
      <dgm:spPr/>
    </dgm:pt>
    <dgm:pt modelId="{A3CDE7CB-DA29-354A-82BE-AD391E4853E0}" type="pres">
      <dgm:prSet presAssocID="{5865AF9D-1409-412C-8381-7BD309ABEDAE}" presName="parentText" presStyleLbl="node1" presStyleIdx="6" presStyleCnt="13">
        <dgm:presLayoutVars>
          <dgm:chMax val="0"/>
          <dgm:bulletEnabled val="1"/>
        </dgm:presLayoutVars>
      </dgm:prSet>
      <dgm:spPr/>
    </dgm:pt>
    <dgm:pt modelId="{D0EE9D1D-9C46-B540-AB0D-110D9AF8A3D0}" type="pres">
      <dgm:prSet presAssocID="{944F7658-16F0-4143-B7D6-7C00EEC17704}" presName="spacer" presStyleCnt="0"/>
      <dgm:spPr/>
    </dgm:pt>
    <dgm:pt modelId="{D1A06ABF-B284-F643-8ECE-D83185229CDE}" type="pres">
      <dgm:prSet presAssocID="{C6760CC8-BCFA-4C1F-99C0-92E791B95619}" presName="parentText" presStyleLbl="node1" presStyleIdx="7" presStyleCnt="13">
        <dgm:presLayoutVars>
          <dgm:chMax val="0"/>
          <dgm:bulletEnabled val="1"/>
        </dgm:presLayoutVars>
      </dgm:prSet>
      <dgm:spPr/>
    </dgm:pt>
    <dgm:pt modelId="{9489F670-3E71-F247-9AED-D83099E8D122}" type="pres">
      <dgm:prSet presAssocID="{3936DEBE-26D2-4893-AC53-BD90C44190A7}" presName="spacer" presStyleCnt="0"/>
      <dgm:spPr/>
    </dgm:pt>
    <dgm:pt modelId="{D37E114E-E266-954C-A777-A99EAAD776EE}" type="pres">
      <dgm:prSet presAssocID="{12A0A35A-F75D-41CD-97D9-E2933039F019}" presName="parentText" presStyleLbl="node1" presStyleIdx="8" presStyleCnt="13">
        <dgm:presLayoutVars>
          <dgm:chMax val="0"/>
          <dgm:bulletEnabled val="1"/>
        </dgm:presLayoutVars>
      </dgm:prSet>
      <dgm:spPr/>
    </dgm:pt>
    <dgm:pt modelId="{3CB53487-75A6-C245-997E-C5C73C9E0097}" type="pres">
      <dgm:prSet presAssocID="{91FB1138-9898-4996-B1BA-9C2B5782C7A8}" presName="spacer" presStyleCnt="0"/>
      <dgm:spPr/>
    </dgm:pt>
    <dgm:pt modelId="{3B44F6EE-4DB4-4941-BEE0-E8F13A8E39A7}" type="pres">
      <dgm:prSet presAssocID="{6A9B3165-451F-4843-BECF-B25F1DA105C3}" presName="parentText" presStyleLbl="node1" presStyleIdx="9" presStyleCnt="13">
        <dgm:presLayoutVars>
          <dgm:chMax val="0"/>
          <dgm:bulletEnabled val="1"/>
        </dgm:presLayoutVars>
      </dgm:prSet>
      <dgm:spPr/>
    </dgm:pt>
    <dgm:pt modelId="{45DD6FA2-1166-614A-B664-2AD30565614B}" type="pres">
      <dgm:prSet presAssocID="{B04753D9-B50F-4527-850A-2DA2113B8A1A}" presName="spacer" presStyleCnt="0"/>
      <dgm:spPr/>
    </dgm:pt>
    <dgm:pt modelId="{6C88ADBE-83E1-8440-B2AA-E54941D88E3C}" type="pres">
      <dgm:prSet presAssocID="{A384CF22-C0C7-448D-A942-A8B5E5E5F93A}" presName="parentText" presStyleLbl="node1" presStyleIdx="10" presStyleCnt="13">
        <dgm:presLayoutVars>
          <dgm:chMax val="0"/>
          <dgm:bulletEnabled val="1"/>
        </dgm:presLayoutVars>
      </dgm:prSet>
      <dgm:spPr/>
    </dgm:pt>
    <dgm:pt modelId="{92CB389C-A454-4844-A0CD-671BD4B40187}" type="pres">
      <dgm:prSet presAssocID="{0ED95A84-C92E-40C0-A187-D963F08EA19F}" presName="spacer" presStyleCnt="0"/>
      <dgm:spPr/>
    </dgm:pt>
    <dgm:pt modelId="{482DC2E4-F378-F34A-A73D-2C776A772A41}" type="pres">
      <dgm:prSet presAssocID="{EB14FE7E-FC0A-4AAC-9ED5-947855CB0D6C}" presName="parentText" presStyleLbl="node1" presStyleIdx="11" presStyleCnt="13">
        <dgm:presLayoutVars>
          <dgm:chMax val="0"/>
          <dgm:bulletEnabled val="1"/>
        </dgm:presLayoutVars>
      </dgm:prSet>
      <dgm:spPr/>
    </dgm:pt>
    <dgm:pt modelId="{140BF67D-585E-664C-B3B1-9352650DBA8A}" type="pres">
      <dgm:prSet presAssocID="{4131ECD5-BD2B-40EB-897A-42E5DA1964DB}" presName="spacer" presStyleCnt="0"/>
      <dgm:spPr/>
    </dgm:pt>
    <dgm:pt modelId="{0DDE598E-78B7-AF40-AD84-23E2612C4462}" type="pres">
      <dgm:prSet presAssocID="{954A99CC-19E1-4A5C-856C-0DF5E2C826BD}" presName="parentText" presStyleLbl="node1" presStyleIdx="12" presStyleCnt="13">
        <dgm:presLayoutVars>
          <dgm:chMax val="0"/>
          <dgm:bulletEnabled val="1"/>
        </dgm:presLayoutVars>
      </dgm:prSet>
      <dgm:spPr/>
    </dgm:pt>
  </dgm:ptLst>
  <dgm:cxnLst>
    <dgm:cxn modelId="{5725D102-A76C-434E-ACAF-E5805C54BB1F}" type="presOf" srcId="{1F6F8D73-1E50-4D57-9561-9F1E4BDD4D6B}" destId="{BBB38F11-CDD7-DF45-ACAD-5F19FA14A616}" srcOrd="0" destOrd="0" presId="urn:microsoft.com/office/officeart/2005/8/layout/vList2"/>
    <dgm:cxn modelId="{A7BB1B06-7F56-4EA8-A5AA-3FC6559F6911}" srcId="{1F6F8D73-1E50-4D57-9561-9F1E4BDD4D6B}" destId="{C6760CC8-BCFA-4C1F-99C0-92E791B95619}" srcOrd="7" destOrd="0" parTransId="{ECE48F69-3630-4DAC-B465-5A17F5EA811D}" sibTransId="{3936DEBE-26D2-4893-AC53-BD90C44190A7}"/>
    <dgm:cxn modelId="{F2C5E80A-4ECC-48BE-A1A7-73CAA7B6A573}" srcId="{1F6F8D73-1E50-4D57-9561-9F1E4BDD4D6B}" destId="{471F7A93-8586-417F-A639-9D7119792274}" srcOrd="4" destOrd="0" parTransId="{F159D710-E6EE-4E82-81C4-9967453719E5}" sibTransId="{8D9FEDC8-13AA-4CB5-A2A5-72E332ADB148}"/>
    <dgm:cxn modelId="{23856C14-A849-49A6-95E8-4E996519132D}" srcId="{1F6F8D73-1E50-4D57-9561-9F1E4BDD4D6B}" destId="{34D29FBC-9E7E-43B4-8D75-3354012228A4}" srcOrd="0" destOrd="0" parTransId="{074643AA-CBE9-4163-9C2F-750D5A110553}" sibTransId="{BD3C606B-EEDF-4A8F-80F7-D398B1D8544E}"/>
    <dgm:cxn modelId="{1D590019-B68C-1341-AB72-F83E012AABF8}" type="presOf" srcId="{2595B67E-06AC-44E9-B87F-EDACA2A85513}" destId="{45CBADDE-E3FD-544D-8002-D4AC03E9BA00}" srcOrd="0" destOrd="0" presId="urn:microsoft.com/office/officeart/2005/8/layout/vList2"/>
    <dgm:cxn modelId="{871BF51A-35D6-4BCE-AC15-4094C35A3BF8}" srcId="{1F6F8D73-1E50-4D57-9561-9F1E4BDD4D6B}" destId="{7D5A773E-53B8-4E4A-9111-D83B40E9859F}" srcOrd="5" destOrd="0" parTransId="{428623E5-AB01-4028-B43B-87A16590B345}" sibTransId="{40ED77E5-2CFD-4A38-A732-CCF6A1152C32}"/>
    <dgm:cxn modelId="{ECB9711F-F481-42C3-9939-3BA13B45CB72}" srcId="{1F6F8D73-1E50-4D57-9561-9F1E4BDD4D6B}" destId="{EB14FE7E-FC0A-4AAC-9ED5-947855CB0D6C}" srcOrd="11" destOrd="0" parTransId="{3E3F1883-EE97-471D-87D2-2C3EFD656996}" sibTransId="{4131ECD5-BD2B-40EB-897A-42E5DA1964DB}"/>
    <dgm:cxn modelId="{379B4936-CBA6-B541-8B8C-36DDDD9A8091}" type="presOf" srcId="{954A99CC-19E1-4A5C-856C-0DF5E2C826BD}" destId="{0DDE598E-78B7-AF40-AD84-23E2612C4462}" srcOrd="0" destOrd="0" presId="urn:microsoft.com/office/officeart/2005/8/layout/vList2"/>
    <dgm:cxn modelId="{0780EC37-8218-2C4D-BF9B-615340E8FBC1}" type="presOf" srcId="{471F7A93-8586-417F-A639-9D7119792274}" destId="{9841861B-5069-394E-A2C3-797D460DCA9E}" srcOrd="0" destOrd="0" presId="urn:microsoft.com/office/officeart/2005/8/layout/vList2"/>
    <dgm:cxn modelId="{CFD1584E-9999-F744-899F-3D379C8844F6}" type="presOf" srcId="{C6760CC8-BCFA-4C1F-99C0-92E791B95619}" destId="{D1A06ABF-B284-F643-8ECE-D83185229CDE}" srcOrd="0" destOrd="0" presId="urn:microsoft.com/office/officeart/2005/8/layout/vList2"/>
    <dgm:cxn modelId="{F2910A59-0C75-B74A-9FDE-DE8EFC2D12B6}" type="presOf" srcId="{A384CF22-C0C7-448D-A942-A8B5E5E5F93A}" destId="{6C88ADBE-83E1-8440-B2AA-E54941D88E3C}" srcOrd="0" destOrd="0" presId="urn:microsoft.com/office/officeart/2005/8/layout/vList2"/>
    <dgm:cxn modelId="{12859867-EC0A-40BF-B392-3FC622B8A096}" srcId="{1F6F8D73-1E50-4D57-9561-9F1E4BDD4D6B}" destId="{2E25F55A-5DEF-4476-B909-AF4CDB555F50}" srcOrd="2" destOrd="0" parTransId="{1F89B87C-BBC3-43E7-A96D-14D9DF94CB46}" sibTransId="{A5E2D228-6082-4574-A695-47B5879554AF}"/>
    <dgm:cxn modelId="{9A94B767-D8C1-41A6-9D69-8E40F08A7D43}" srcId="{1F6F8D73-1E50-4D57-9561-9F1E4BDD4D6B}" destId="{12A0A35A-F75D-41CD-97D9-E2933039F019}" srcOrd="8" destOrd="0" parTransId="{43E4E44C-2E26-4106-B060-09F7811080D9}" sibTransId="{91FB1138-9898-4996-B1BA-9C2B5782C7A8}"/>
    <dgm:cxn modelId="{6BDA887B-5C6C-40D9-9911-09DC661FA178}" srcId="{1F6F8D73-1E50-4D57-9561-9F1E4BDD4D6B}" destId="{6E3359A5-126F-4D45-9C01-83D5072F3496}" srcOrd="3" destOrd="0" parTransId="{B9B45B2D-9F13-4A1A-874A-F8DD3C8DD6D2}" sibTransId="{0425D95C-1CAB-43ED-96C6-6BC3AA628CBF}"/>
    <dgm:cxn modelId="{1CD8159C-0AEF-E547-A483-12EB75EC6BBF}" type="presOf" srcId="{2E25F55A-5DEF-4476-B909-AF4CDB555F50}" destId="{6FF70CB5-AB31-4044-B42C-6666FAF28C7A}" srcOrd="0" destOrd="0" presId="urn:microsoft.com/office/officeart/2005/8/layout/vList2"/>
    <dgm:cxn modelId="{4DBCB39F-66B3-4092-B0C4-3A4E3C3636DA}" srcId="{1F6F8D73-1E50-4D57-9561-9F1E4BDD4D6B}" destId="{2595B67E-06AC-44E9-B87F-EDACA2A85513}" srcOrd="1" destOrd="0" parTransId="{93FD6D4B-7405-48BC-ADE2-984E0E19E17F}" sibTransId="{BBC79864-F675-4D96-92A6-9DCCC0FC7C64}"/>
    <dgm:cxn modelId="{DA8902A9-C72F-734A-898F-741FC07F95D9}" type="presOf" srcId="{6A9B3165-451F-4843-BECF-B25F1DA105C3}" destId="{3B44F6EE-4DB4-4941-BEE0-E8F13A8E39A7}" srcOrd="0" destOrd="0" presId="urn:microsoft.com/office/officeart/2005/8/layout/vList2"/>
    <dgm:cxn modelId="{C7753FB9-716D-4B04-BDEA-C74954AACCF5}" srcId="{1F6F8D73-1E50-4D57-9561-9F1E4BDD4D6B}" destId="{954A99CC-19E1-4A5C-856C-0DF5E2C826BD}" srcOrd="12" destOrd="0" parTransId="{8FB692BA-45B1-4903-BA45-7555467A53B9}" sibTransId="{906E94D4-B90F-45FD-AC8E-B9BFFFDC2ADB}"/>
    <dgm:cxn modelId="{D7AAEABE-5931-B449-A744-A69BD0E018FD}" type="presOf" srcId="{EB14FE7E-FC0A-4AAC-9ED5-947855CB0D6C}" destId="{482DC2E4-F378-F34A-A73D-2C776A772A41}" srcOrd="0" destOrd="0" presId="urn:microsoft.com/office/officeart/2005/8/layout/vList2"/>
    <dgm:cxn modelId="{4181B0C8-10BF-EC45-B45D-4E28A04AF372}" type="presOf" srcId="{12A0A35A-F75D-41CD-97D9-E2933039F019}" destId="{D37E114E-E266-954C-A777-A99EAAD776EE}" srcOrd="0" destOrd="0" presId="urn:microsoft.com/office/officeart/2005/8/layout/vList2"/>
    <dgm:cxn modelId="{76996CCB-C7DD-854E-8016-E72E1D8AA90A}" type="presOf" srcId="{34D29FBC-9E7E-43B4-8D75-3354012228A4}" destId="{22E9A901-8387-2641-BB3A-E8478B4CC7F2}" srcOrd="0" destOrd="0" presId="urn:microsoft.com/office/officeart/2005/8/layout/vList2"/>
    <dgm:cxn modelId="{07CAC0CD-86ED-CF4A-B4F3-46E590240310}" type="presOf" srcId="{6E3359A5-126F-4D45-9C01-83D5072F3496}" destId="{5547C4E9-657C-0B4B-980C-75F654164CCA}" srcOrd="0" destOrd="0" presId="urn:microsoft.com/office/officeart/2005/8/layout/vList2"/>
    <dgm:cxn modelId="{9C0371D5-53B6-4E90-9DFA-BC8134A96C3C}" srcId="{1F6F8D73-1E50-4D57-9561-9F1E4BDD4D6B}" destId="{6A9B3165-451F-4843-BECF-B25F1DA105C3}" srcOrd="9" destOrd="0" parTransId="{6C555498-1EF4-4EE2-8425-7F8A7A2DBFFB}" sibTransId="{B04753D9-B50F-4527-850A-2DA2113B8A1A}"/>
    <dgm:cxn modelId="{D50B0AEB-8247-4D55-8E65-5442B21AEC57}" srcId="{1F6F8D73-1E50-4D57-9561-9F1E4BDD4D6B}" destId="{A384CF22-C0C7-448D-A942-A8B5E5E5F93A}" srcOrd="10" destOrd="0" parTransId="{4B7D39BD-F836-4AA3-A12E-8E955C3C2C2D}" sibTransId="{0ED95A84-C92E-40C0-A187-D963F08EA19F}"/>
    <dgm:cxn modelId="{5D2B06F1-3F79-5446-81EA-EEBB437C16DC}" type="presOf" srcId="{7D5A773E-53B8-4E4A-9111-D83B40E9859F}" destId="{F3F37E78-8480-254C-B46D-BFFF252DA9FE}" srcOrd="0" destOrd="0" presId="urn:microsoft.com/office/officeart/2005/8/layout/vList2"/>
    <dgm:cxn modelId="{FB4D71F1-B1A7-4E71-830B-0F536ACE1FEE}" srcId="{1F6F8D73-1E50-4D57-9561-9F1E4BDD4D6B}" destId="{5865AF9D-1409-412C-8381-7BD309ABEDAE}" srcOrd="6" destOrd="0" parTransId="{FA468D60-64C1-4639-80E4-CBDEE3950456}" sibTransId="{944F7658-16F0-4143-B7D6-7C00EEC17704}"/>
    <dgm:cxn modelId="{C218AEF5-FA67-514B-826F-AFF544CD58EF}" type="presOf" srcId="{5865AF9D-1409-412C-8381-7BD309ABEDAE}" destId="{A3CDE7CB-DA29-354A-82BE-AD391E4853E0}" srcOrd="0" destOrd="0" presId="urn:microsoft.com/office/officeart/2005/8/layout/vList2"/>
    <dgm:cxn modelId="{C859F755-31A9-954D-A1EF-67B429961263}" type="presParOf" srcId="{BBB38F11-CDD7-DF45-ACAD-5F19FA14A616}" destId="{22E9A901-8387-2641-BB3A-E8478B4CC7F2}" srcOrd="0" destOrd="0" presId="urn:microsoft.com/office/officeart/2005/8/layout/vList2"/>
    <dgm:cxn modelId="{8CA46750-66A1-1A41-942D-14098A97EBCF}" type="presParOf" srcId="{BBB38F11-CDD7-DF45-ACAD-5F19FA14A616}" destId="{2A46CF2F-CECD-1942-BFA1-6CA1B74F7C47}" srcOrd="1" destOrd="0" presId="urn:microsoft.com/office/officeart/2005/8/layout/vList2"/>
    <dgm:cxn modelId="{B9E93409-8A2D-0F47-97B3-E94B4E577A99}" type="presParOf" srcId="{BBB38F11-CDD7-DF45-ACAD-5F19FA14A616}" destId="{45CBADDE-E3FD-544D-8002-D4AC03E9BA00}" srcOrd="2" destOrd="0" presId="urn:microsoft.com/office/officeart/2005/8/layout/vList2"/>
    <dgm:cxn modelId="{2B11C5D9-B712-4341-81A6-03FFAB8D00C4}" type="presParOf" srcId="{BBB38F11-CDD7-DF45-ACAD-5F19FA14A616}" destId="{E2A080C5-03F8-994B-A174-B7F71B81034E}" srcOrd="3" destOrd="0" presId="urn:microsoft.com/office/officeart/2005/8/layout/vList2"/>
    <dgm:cxn modelId="{BB7319FF-60DC-9549-924B-AE7E2F287D49}" type="presParOf" srcId="{BBB38F11-CDD7-DF45-ACAD-5F19FA14A616}" destId="{6FF70CB5-AB31-4044-B42C-6666FAF28C7A}" srcOrd="4" destOrd="0" presId="urn:microsoft.com/office/officeart/2005/8/layout/vList2"/>
    <dgm:cxn modelId="{79A5C427-0027-D645-B207-0A4914A939D6}" type="presParOf" srcId="{BBB38F11-CDD7-DF45-ACAD-5F19FA14A616}" destId="{DA6CBE46-D7D7-1E4C-B265-81FC9E77826B}" srcOrd="5" destOrd="0" presId="urn:microsoft.com/office/officeart/2005/8/layout/vList2"/>
    <dgm:cxn modelId="{F2A0052A-1381-2C47-B578-5612430FB3A4}" type="presParOf" srcId="{BBB38F11-CDD7-DF45-ACAD-5F19FA14A616}" destId="{5547C4E9-657C-0B4B-980C-75F654164CCA}" srcOrd="6" destOrd="0" presId="urn:microsoft.com/office/officeart/2005/8/layout/vList2"/>
    <dgm:cxn modelId="{79A6A7E3-12CC-F942-803B-49C1CCC18CFA}" type="presParOf" srcId="{BBB38F11-CDD7-DF45-ACAD-5F19FA14A616}" destId="{F824ED04-B116-EF43-BDB7-37E465E01192}" srcOrd="7" destOrd="0" presId="urn:microsoft.com/office/officeart/2005/8/layout/vList2"/>
    <dgm:cxn modelId="{80822AFC-83E0-284B-B685-4B3875F05B61}" type="presParOf" srcId="{BBB38F11-CDD7-DF45-ACAD-5F19FA14A616}" destId="{9841861B-5069-394E-A2C3-797D460DCA9E}" srcOrd="8" destOrd="0" presId="urn:microsoft.com/office/officeart/2005/8/layout/vList2"/>
    <dgm:cxn modelId="{16C93AA5-9AEE-9B44-8708-EFEF66FA6618}" type="presParOf" srcId="{BBB38F11-CDD7-DF45-ACAD-5F19FA14A616}" destId="{7B6E8F28-0FAC-0941-9DD4-F5E5B7F1BE48}" srcOrd="9" destOrd="0" presId="urn:microsoft.com/office/officeart/2005/8/layout/vList2"/>
    <dgm:cxn modelId="{EC829151-7CAD-514B-A61E-60746436EFE3}" type="presParOf" srcId="{BBB38F11-CDD7-DF45-ACAD-5F19FA14A616}" destId="{F3F37E78-8480-254C-B46D-BFFF252DA9FE}" srcOrd="10" destOrd="0" presId="urn:microsoft.com/office/officeart/2005/8/layout/vList2"/>
    <dgm:cxn modelId="{A32F34B2-BE8B-774F-90C4-CED6685F4782}" type="presParOf" srcId="{BBB38F11-CDD7-DF45-ACAD-5F19FA14A616}" destId="{D1322101-BCED-BD49-818A-A567122F9E2B}" srcOrd="11" destOrd="0" presId="urn:microsoft.com/office/officeart/2005/8/layout/vList2"/>
    <dgm:cxn modelId="{8AA21B48-7D40-6E4B-BA10-2149415459C0}" type="presParOf" srcId="{BBB38F11-CDD7-DF45-ACAD-5F19FA14A616}" destId="{A3CDE7CB-DA29-354A-82BE-AD391E4853E0}" srcOrd="12" destOrd="0" presId="urn:microsoft.com/office/officeart/2005/8/layout/vList2"/>
    <dgm:cxn modelId="{757B1CC2-735E-7F45-B010-A298F17BE4C5}" type="presParOf" srcId="{BBB38F11-CDD7-DF45-ACAD-5F19FA14A616}" destId="{D0EE9D1D-9C46-B540-AB0D-110D9AF8A3D0}" srcOrd="13" destOrd="0" presId="urn:microsoft.com/office/officeart/2005/8/layout/vList2"/>
    <dgm:cxn modelId="{A57EAFCD-D57C-5843-B40F-3EE3E73E8C07}" type="presParOf" srcId="{BBB38F11-CDD7-DF45-ACAD-5F19FA14A616}" destId="{D1A06ABF-B284-F643-8ECE-D83185229CDE}" srcOrd="14" destOrd="0" presId="urn:microsoft.com/office/officeart/2005/8/layout/vList2"/>
    <dgm:cxn modelId="{8B9658A7-9D96-1F43-A23D-1012C09C5A07}" type="presParOf" srcId="{BBB38F11-CDD7-DF45-ACAD-5F19FA14A616}" destId="{9489F670-3E71-F247-9AED-D83099E8D122}" srcOrd="15" destOrd="0" presId="urn:microsoft.com/office/officeart/2005/8/layout/vList2"/>
    <dgm:cxn modelId="{C41CFA7C-7C92-DC45-908B-EAB08AEDB3A2}" type="presParOf" srcId="{BBB38F11-CDD7-DF45-ACAD-5F19FA14A616}" destId="{D37E114E-E266-954C-A777-A99EAAD776EE}" srcOrd="16" destOrd="0" presId="urn:microsoft.com/office/officeart/2005/8/layout/vList2"/>
    <dgm:cxn modelId="{910CE224-ACF9-7946-AA03-E50B670AA868}" type="presParOf" srcId="{BBB38F11-CDD7-DF45-ACAD-5F19FA14A616}" destId="{3CB53487-75A6-C245-997E-C5C73C9E0097}" srcOrd="17" destOrd="0" presId="urn:microsoft.com/office/officeart/2005/8/layout/vList2"/>
    <dgm:cxn modelId="{81732D57-5E77-3348-BB23-ACD8B1CE7B17}" type="presParOf" srcId="{BBB38F11-CDD7-DF45-ACAD-5F19FA14A616}" destId="{3B44F6EE-4DB4-4941-BEE0-E8F13A8E39A7}" srcOrd="18" destOrd="0" presId="urn:microsoft.com/office/officeart/2005/8/layout/vList2"/>
    <dgm:cxn modelId="{DB62C122-7685-4D42-9A6F-77BEC1F52CF8}" type="presParOf" srcId="{BBB38F11-CDD7-DF45-ACAD-5F19FA14A616}" destId="{45DD6FA2-1166-614A-B664-2AD30565614B}" srcOrd="19" destOrd="0" presId="urn:microsoft.com/office/officeart/2005/8/layout/vList2"/>
    <dgm:cxn modelId="{24164863-E6A9-3B43-84D8-A17669754557}" type="presParOf" srcId="{BBB38F11-CDD7-DF45-ACAD-5F19FA14A616}" destId="{6C88ADBE-83E1-8440-B2AA-E54941D88E3C}" srcOrd="20" destOrd="0" presId="urn:microsoft.com/office/officeart/2005/8/layout/vList2"/>
    <dgm:cxn modelId="{E7ED4187-0725-374A-8BB8-019D61E9C346}" type="presParOf" srcId="{BBB38F11-CDD7-DF45-ACAD-5F19FA14A616}" destId="{92CB389C-A454-4844-A0CD-671BD4B40187}" srcOrd="21" destOrd="0" presId="urn:microsoft.com/office/officeart/2005/8/layout/vList2"/>
    <dgm:cxn modelId="{2D23535B-52AF-7846-9E3B-53034E839A49}" type="presParOf" srcId="{BBB38F11-CDD7-DF45-ACAD-5F19FA14A616}" destId="{482DC2E4-F378-F34A-A73D-2C776A772A41}" srcOrd="22" destOrd="0" presId="urn:microsoft.com/office/officeart/2005/8/layout/vList2"/>
    <dgm:cxn modelId="{4721022B-BFF4-2842-BF2B-E93FB8E9AD89}" type="presParOf" srcId="{BBB38F11-CDD7-DF45-ACAD-5F19FA14A616}" destId="{140BF67D-585E-664C-B3B1-9352650DBA8A}" srcOrd="23" destOrd="0" presId="urn:microsoft.com/office/officeart/2005/8/layout/vList2"/>
    <dgm:cxn modelId="{D5A79448-7B2F-EE45-A6CF-A2FC65D297A4}" type="presParOf" srcId="{BBB38F11-CDD7-DF45-ACAD-5F19FA14A616}" destId="{0DDE598E-78B7-AF40-AD84-23E2612C4462}" srcOrd="24"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FAE9DD-9E46-4E7E-BFD4-F41B4A736C12}"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4C6C5DB4-A034-45EB-A577-98D51FEDBC1C}">
      <dgm:prSet/>
      <dgm:spPr/>
      <dgm:t>
        <a:bodyPr/>
        <a:lstStyle/>
        <a:p>
          <a:r>
            <a:rPr lang="en-US" b="1" dirty="0"/>
            <a:t>1. Indigenous Knowledge</a:t>
          </a:r>
          <a:endParaRPr lang="en-US" dirty="0"/>
        </a:p>
      </dgm:t>
    </dgm:pt>
    <dgm:pt modelId="{67FB8938-0C16-41FC-8C40-C3DB94CE91ED}" type="parTrans" cxnId="{857DC71F-90D7-4E4A-87DC-586C8CE35222}">
      <dgm:prSet/>
      <dgm:spPr/>
      <dgm:t>
        <a:bodyPr/>
        <a:lstStyle/>
        <a:p>
          <a:endParaRPr lang="en-US"/>
        </a:p>
      </dgm:t>
    </dgm:pt>
    <dgm:pt modelId="{E5294013-AC1E-4C26-BFC6-7DDD5B8D5E16}" type="sibTrans" cxnId="{857DC71F-90D7-4E4A-87DC-586C8CE35222}">
      <dgm:prSet/>
      <dgm:spPr/>
      <dgm:t>
        <a:bodyPr/>
        <a:lstStyle/>
        <a:p>
          <a:endParaRPr lang="en-US"/>
        </a:p>
      </dgm:t>
    </dgm:pt>
    <dgm:pt modelId="{2F2F043C-6855-4F02-92D0-B31C21298947}">
      <dgm:prSet/>
      <dgm:spPr/>
      <dgm:t>
        <a:bodyPr/>
        <a:lstStyle/>
        <a:p>
          <a:r>
            <a:rPr lang="en-US" dirty="0"/>
            <a:t>Passed from generation to generation. </a:t>
          </a:r>
        </a:p>
      </dgm:t>
    </dgm:pt>
    <dgm:pt modelId="{B4640091-48CB-49E5-AE02-1186CD67F9E2}" type="parTrans" cxnId="{1AE16406-5B00-43D6-8521-BE83B7A9EA01}">
      <dgm:prSet/>
      <dgm:spPr/>
      <dgm:t>
        <a:bodyPr/>
        <a:lstStyle/>
        <a:p>
          <a:endParaRPr lang="en-US"/>
        </a:p>
      </dgm:t>
    </dgm:pt>
    <dgm:pt modelId="{D8C2FC04-D669-4353-A0C1-95D4F1CC0875}" type="sibTrans" cxnId="{1AE16406-5B00-43D6-8521-BE83B7A9EA01}">
      <dgm:prSet/>
      <dgm:spPr/>
      <dgm:t>
        <a:bodyPr/>
        <a:lstStyle/>
        <a:p>
          <a:endParaRPr lang="en-US"/>
        </a:p>
      </dgm:t>
    </dgm:pt>
    <dgm:pt modelId="{44F00B70-E5B7-4E91-91A4-B3A07EB824E9}">
      <dgm:prSet/>
      <dgm:spPr/>
      <dgm:t>
        <a:bodyPr/>
        <a:lstStyle/>
        <a:p>
          <a:r>
            <a:rPr lang="en-US" dirty="0"/>
            <a:t>Based on observation and experience. </a:t>
          </a:r>
        </a:p>
      </dgm:t>
    </dgm:pt>
    <dgm:pt modelId="{33DB1B66-BC7F-432C-8058-58C131F66A32}" type="parTrans" cxnId="{A42B672C-1F1D-4579-B9F2-CF9D23ED299C}">
      <dgm:prSet/>
      <dgm:spPr/>
      <dgm:t>
        <a:bodyPr/>
        <a:lstStyle/>
        <a:p>
          <a:endParaRPr lang="en-US"/>
        </a:p>
      </dgm:t>
    </dgm:pt>
    <dgm:pt modelId="{CA8884CB-2AF5-4F5A-A630-7E49EBDACF16}" type="sibTrans" cxnId="{A42B672C-1F1D-4579-B9F2-CF9D23ED299C}">
      <dgm:prSet/>
      <dgm:spPr/>
      <dgm:t>
        <a:bodyPr/>
        <a:lstStyle/>
        <a:p>
          <a:endParaRPr lang="en-US"/>
        </a:p>
      </dgm:t>
    </dgm:pt>
    <dgm:pt modelId="{01643F70-FD48-4430-9964-459CDEC017FB}">
      <dgm:prSet/>
      <dgm:spPr/>
      <dgm:t>
        <a:bodyPr/>
        <a:lstStyle/>
        <a:p>
          <a:r>
            <a:rPr lang="en-US" dirty="0"/>
            <a:t>Often shared through storytelling and practice. </a:t>
          </a:r>
        </a:p>
      </dgm:t>
    </dgm:pt>
    <dgm:pt modelId="{2B448068-E69C-46D6-AA50-C43E2BE30E0A}" type="parTrans" cxnId="{067A9378-8DE3-4F27-B103-ED64331EF7CD}">
      <dgm:prSet/>
      <dgm:spPr/>
      <dgm:t>
        <a:bodyPr/>
        <a:lstStyle/>
        <a:p>
          <a:endParaRPr lang="en-US"/>
        </a:p>
      </dgm:t>
    </dgm:pt>
    <dgm:pt modelId="{F7794B27-712E-4150-9DFD-CB45F99BFF1C}" type="sibTrans" cxnId="{067A9378-8DE3-4F27-B103-ED64331EF7CD}">
      <dgm:prSet/>
      <dgm:spPr/>
      <dgm:t>
        <a:bodyPr/>
        <a:lstStyle/>
        <a:p>
          <a:endParaRPr lang="en-US"/>
        </a:p>
      </dgm:t>
    </dgm:pt>
    <dgm:pt modelId="{28D74EB1-C991-D74A-A59D-C59BF969171D}" type="pres">
      <dgm:prSet presAssocID="{E3FAE9DD-9E46-4E7E-BFD4-F41B4A736C12}" presName="linear" presStyleCnt="0">
        <dgm:presLayoutVars>
          <dgm:dir/>
          <dgm:animLvl val="lvl"/>
          <dgm:resizeHandles val="exact"/>
        </dgm:presLayoutVars>
      </dgm:prSet>
      <dgm:spPr/>
    </dgm:pt>
    <dgm:pt modelId="{033B3802-C0ED-B148-AFBF-1FCB34FF0403}" type="pres">
      <dgm:prSet presAssocID="{4C6C5DB4-A034-45EB-A577-98D51FEDBC1C}" presName="parentLin" presStyleCnt="0"/>
      <dgm:spPr/>
    </dgm:pt>
    <dgm:pt modelId="{BA6629AC-ED23-7842-AEC8-2EE6295AC6B5}" type="pres">
      <dgm:prSet presAssocID="{4C6C5DB4-A034-45EB-A577-98D51FEDBC1C}" presName="parentLeftMargin" presStyleLbl="node1" presStyleIdx="0" presStyleCnt="1"/>
      <dgm:spPr/>
    </dgm:pt>
    <dgm:pt modelId="{508C4680-813A-B347-B762-53008FC78D7F}" type="pres">
      <dgm:prSet presAssocID="{4C6C5DB4-A034-45EB-A577-98D51FEDBC1C}" presName="parentText" presStyleLbl="node1" presStyleIdx="0" presStyleCnt="1" custLinFactX="3132" custLinFactNeighborX="100000" custLinFactNeighborY="-94238">
        <dgm:presLayoutVars>
          <dgm:chMax val="0"/>
          <dgm:bulletEnabled val="1"/>
        </dgm:presLayoutVars>
      </dgm:prSet>
      <dgm:spPr/>
    </dgm:pt>
    <dgm:pt modelId="{E2B6720F-4A8F-174D-B019-DB7195A3C9CA}" type="pres">
      <dgm:prSet presAssocID="{4C6C5DB4-A034-45EB-A577-98D51FEDBC1C}" presName="negativeSpace" presStyleCnt="0"/>
      <dgm:spPr/>
    </dgm:pt>
    <dgm:pt modelId="{5032FF9F-638C-9147-B91A-FD0C37F337F0}" type="pres">
      <dgm:prSet presAssocID="{4C6C5DB4-A034-45EB-A577-98D51FEDBC1C}" presName="childText" presStyleLbl="conFgAcc1" presStyleIdx="0" presStyleCnt="1" custLinFactY="-5707" custLinFactNeighborY="-100000">
        <dgm:presLayoutVars>
          <dgm:bulletEnabled val="1"/>
        </dgm:presLayoutVars>
      </dgm:prSet>
      <dgm:spPr/>
    </dgm:pt>
  </dgm:ptLst>
  <dgm:cxnLst>
    <dgm:cxn modelId="{7DB97302-EF45-6D42-886B-3E8360D93463}" type="presOf" srcId="{4C6C5DB4-A034-45EB-A577-98D51FEDBC1C}" destId="{BA6629AC-ED23-7842-AEC8-2EE6295AC6B5}" srcOrd="0" destOrd="0" presId="urn:microsoft.com/office/officeart/2005/8/layout/list1"/>
    <dgm:cxn modelId="{1AE16406-5B00-43D6-8521-BE83B7A9EA01}" srcId="{4C6C5DB4-A034-45EB-A577-98D51FEDBC1C}" destId="{2F2F043C-6855-4F02-92D0-B31C21298947}" srcOrd="0" destOrd="0" parTransId="{B4640091-48CB-49E5-AE02-1186CD67F9E2}" sibTransId="{D8C2FC04-D669-4353-A0C1-95D4F1CC0875}"/>
    <dgm:cxn modelId="{857DC71F-90D7-4E4A-87DC-586C8CE35222}" srcId="{E3FAE9DD-9E46-4E7E-BFD4-F41B4A736C12}" destId="{4C6C5DB4-A034-45EB-A577-98D51FEDBC1C}" srcOrd="0" destOrd="0" parTransId="{67FB8938-0C16-41FC-8C40-C3DB94CE91ED}" sibTransId="{E5294013-AC1E-4C26-BFC6-7DDD5B8D5E16}"/>
    <dgm:cxn modelId="{A42B672C-1F1D-4579-B9F2-CF9D23ED299C}" srcId="{4C6C5DB4-A034-45EB-A577-98D51FEDBC1C}" destId="{44F00B70-E5B7-4E91-91A4-B3A07EB824E9}" srcOrd="1" destOrd="0" parTransId="{33DB1B66-BC7F-432C-8058-58C131F66A32}" sibTransId="{CA8884CB-2AF5-4F5A-A630-7E49EBDACF16}"/>
    <dgm:cxn modelId="{B836A44C-27B6-E241-BF8B-E098310E730F}" type="presOf" srcId="{E3FAE9DD-9E46-4E7E-BFD4-F41B4A736C12}" destId="{28D74EB1-C991-D74A-A59D-C59BF969171D}" srcOrd="0" destOrd="0" presId="urn:microsoft.com/office/officeart/2005/8/layout/list1"/>
    <dgm:cxn modelId="{D136CD50-36B8-4044-9522-700A9EAA6D42}" type="presOf" srcId="{44F00B70-E5B7-4E91-91A4-B3A07EB824E9}" destId="{5032FF9F-638C-9147-B91A-FD0C37F337F0}" srcOrd="0" destOrd="1" presId="urn:microsoft.com/office/officeart/2005/8/layout/list1"/>
    <dgm:cxn modelId="{067A9378-8DE3-4F27-B103-ED64331EF7CD}" srcId="{4C6C5DB4-A034-45EB-A577-98D51FEDBC1C}" destId="{01643F70-FD48-4430-9964-459CDEC017FB}" srcOrd="2" destOrd="0" parTransId="{2B448068-E69C-46D6-AA50-C43E2BE30E0A}" sibTransId="{F7794B27-712E-4150-9DFD-CB45F99BFF1C}"/>
    <dgm:cxn modelId="{FE81549E-D8FE-1B45-9933-5C6A234B0910}" type="presOf" srcId="{2F2F043C-6855-4F02-92D0-B31C21298947}" destId="{5032FF9F-638C-9147-B91A-FD0C37F337F0}" srcOrd="0" destOrd="0" presId="urn:microsoft.com/office/officeart/2005/8/layout/list1"/>
    <dgm:cxn modelId="{697740A6-42CC-8F4F-AA54-EC559E8DA4EA}" type="presOf" srcId="{01643F70-FD48-4430-9964-459CDEC017FB}" destId="{5032FF9F-638C-9147-B91A-FD0C37F337F0}" srcOrd="0" destOrd="2" presId="urn:microsoft.com/office/officeart/2005/8/layout/list1"/>
    <dgm:cxn modelId="{92CD05E0-5D1B-5A42-8AA3-5E5F085F6A08}" type="presOf" srcId="{4C6C5DB4-A034-45EB-A577-98D51FEDBC1C}" destId="{508C4680-813A-B347-B762-53008FC78D7F}" srcOrd="1" destOrd="0" presId="urn:microsoft.com/office/officeart/2005/8/layout/list1"/>
    <dgm:cxn modelId="{3B200373-9A4A-0745-872B-6C764A521CA7}" type="presParOf" srcId="{28D74EB1-C991-D74A-A59D-C59BF969171D}" destId="{033B3802-C0ED-B148-AFBF-1FCB34FF0403}" srcOrd="0" destOrd="0" presId="urn:microsoft.com/office/officeart/2005/8/layout/list1"/>
    <dgm:cxn modelId="{EE133916-6545-E141-A831-D9A8F31A2F4D}" type="presParOf" srcId="{033B3802-C0ED-B148-AFBF-1FCB34FF0403}" destId="{BA6629AC-ED23-7842-AEC8-2EE6295AC6B5}" srcOrd="0" destOrd="0" presId="urn:microsoft.com/office/officeart/2005/8/layout/list1"/>
    <dgm:cxn modelId="{F015B1ED-3B04-3149-B208-93FEC4D5DBBF}" type="presParOf" srcId="{033B3802-C0ED-B148-AFBF-1FCB34FF0403}" destId="{508C4680-813A-B347-B762-53008FC78D7F}" srcOrd="1" destOrd="0" presId="urn:microsoft.com/office/officeart/2005/8/layout/list1"/>
    <dgm:cxn modelId="{F12EFCB8-4803-0045-813C-7900D40851A8}" type="presParOf" srcId="{28D74EB1-C991-D74A-A59D-C59BF969171D}" destId="{E2B6720F-4A8F-174D-B019-DB7195A3C9CA}" srcOrd="1" destOrd="0" presId="urn:microsoft.com/office/officeart/2005/8/layout/list1"/>
    <dgm:cxn modelId="{72FA5156-B956-C74B-AFE7-19B67A67C1D9}" type="presParOf" srcId="{28D74EB1-C991-D74A-A59D-C59BF969171D}" destId="{5032FF9F-638C-9147-B91A-FD0C37F337F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81297A-B1C4-48C9-BB58-E820CE91CE6F}" type="doc">
      <dgm:prSet loTypeId="urn:microsoft.com/office/officeart/2018/5/layout/IconLeafLabelList" loCatId="icon" qsTypeId="urn:microsoft.com/office/officeart/2005/8/quickstyle/simple1" qsCatId="simple" csTypeId="urn:microsoft.com/office/officeart/2005/8/colors/accent1_2" csCatId="accent1" phldr="1"/>
      <dgm:spPr/>
      <dgm:t>
        <a:bodyPr/>
        <a:lstStyle/>
        <a:p>
          <a:endParaRPr lang="en-US"/>
        </a:p>
      </dgm:t>
    </dgm:pt>
    <dgm:pt modelId="{5D6140D1-A133-4F28-B5AC-D1A941919609}">
      <dgm:prSet/>
      <dgm:spPr/>
      <dgm:t>
        <a:bodyPr/>
        <a:lstStyle/>
        <a:p>
          <a:pPr>
            <a:lnSpc>
              <a:spcPct val="100000"/>
            </a:lnSpc>
            <a:defRPr cap="all"/>
          </a:pPr>
          <a:r>
            <a:rPr lang="en-US" dirty="0">
              <a:solidFill>
                <a:schemeClr val="bg1"/>
              </a:solidFill>
            </a:rPr>
            <a:t>❌ Habitat destruction</a:t>
          </a:r>
        </a:p>
      </dgm:t>
    </dgm:pt>
    <dgm:pt modelId="{2B2E2653-25A7-4EFC-97C9-1CB2568DBB6B}" type="parTrans" cxnId="{CC8DA4D1-A9B8-4E30-B13C-2A263C4A6A43}">
      <dgm:prSet/>
      <dgm:spPr/>
      <dgm:t>
        <a:bodyPr/>
        <a:lstStyle/>
        <a:p>
          <a:endParaRPr lang="en-US">
            <a:solidFill>
              <a:schemeClr val="bg1"/>
            </a:solidFill>
          </a:endParaRPr>
        </a:p>
      </dgm:t>
    </dgm:pt>
    <dgm:pt modelId="{6C30A356-893A-4DF1-9BE9-6B78E3479F94}" type="sibTrans" cxnId="{CC8DA4D1-A9B8-4E30-B13C-2A263C4A6A43}">
      <dgm:prSet/>
      <dgm:spPr/>
      <dgm:t>
        <a:bodyPr/>
        <a:lstStyle/>
        <a:p>
          <a:endParaRPr lang="en-US">
            <a:solidFill>
              <a:schemeClr val="bg1"/>
            </a:solidFill>
          </a:endParaRPr>
        </a:p>
      </dgm:t>
    </dgm:pt>
    <dgm:pt modelId="{B89D8440-317A-41FC-ADB3-B3348964F56E}">
      <dgm:prSet/>
      <dgm:spPr/>
      <dgm:t>
        <a:bodyPr/>
        <a:lstStyle/>
        <a:p>
          <a:pPr>
            <a:lnSpc>
              <a:spcPct val="100000"/>
            </a:lnSpc>
            <a:defRPr cap="all"/>
          </a:pPr>
          <a:r>
            <a:rPr lang="en-US">
              <a:solidFill>
                <a:schemeClr val="bg1"/>
              </a:solidFill>
            </a:rPr>
            <a:t>❌ Climate change</a:t>
          </a:r>
        </a:p>
      </dgm:t>
    </dgm:pt>
    <dgm:pt modelId="{EE08FB54-3F79-40B3-A410-28320CE4BF94}" type="parTrans" cxnId="{F6685B93-AAE3-483D-A11E-62AB65CC1BE7}">
      <dgm:prSet/>
      <dgm:spPr/>
      <dgm:t>
        <a:bodyPr/>
        <a:lstStyle/>
        <a:p>
          <a:endParaRPr lang="en-US">
            <a:solidFill>
              <a:schemeClr val="bg1"/>
            </a:solidFill>
          </a:endParaRPr>
        </a:p>
      </dgm:t>
    </dgm:pt>
    <dgm:pt modelId="{222C6A32-CEE5-4BCB-BDF6-A5AFA5BB1E7B}" type="sibTrans" cxnId="{F6685B93-AAE3-483D-A11E-62AB65CC1BE7}">
      <dgm:prSet/>
      <dgm:spPr/>
      <dgm:t>
        <a:bodyPr/>
        <a:lstStyle/>
        <a:p>
          <a:endParaRPr lang="en-US">
            <a:solidFill>
              <a:schemeClr val="bg1"/>
            </a:solidFill>
          </a:endParaRPr>
        </a:p>
      </dgm:t>
    </dgm:pt>
    <dgm:pt modelId="{FC9A68FD-72E7-4C59-84F6-375D21D4A24A}">
      <dgm:prSet/>
      <dgm:spPr/>
      <dgm:t>
        <a:bodyPr/>
        <a:lstStyle/>
        <a:p>
          <a:pPr>
            <a:lnSpc>
              <a:spcPct val="100000"/>
            </a:lnSpc>
            <a:defRPr cap="all"/>
          </a:pPr>
          <a:r>
            <a:rPr lang="en-US">
              <a:solidFill>
                <a:schemeClr val="bg1"/>
              </a:solidFill>
            </a:rPr>
            <a:t>❌ Pollution</a:t>
          </a:r>
        </a:p>
      </dgm:t>
    </dgm:pt>
    <dgm:pt modelId="{1A3A9E28-6CC0-4CF7-B5EE-398F06CDFF87}" type="parTrans" cxnId="{6C24E8B4-93C7-4CA2-97AA-9494962ADA25}">
      <dgm:prSet/>
      <dgm:spPr/>
      <dgm:t>
        <a:bodyPr/>
        <a:lstStyle/>
        <a:p>
          <a:endParaRPr lang="en-US">
            <a:solidFill>
              <a:schemeClr val="bg1"/>
            </a:solidFill>
          </a:endParaRPr>
        </a:p>
      </dgm:t>
    </dgm:pt>
    <dgm:pt modelId="{EA3B64DF-2AF4-445F-BFE8-6836F6970A7B}" type="sibTrans" cxnId="{6C24E8B4-93C7-4CA2-97AA-9494962ADA25}">
      <dgm:prSet/>
      <dgm:spPr/>
      <dgm:t>
        <a:bodyPr/>
        <a:lstStyle/>
        <a:p>
          <a:endParaRPr lang="en-US">
            <a:solidFill>
              <a:schemeClr val="bg1"/>
            </a:solidFill>
          </a:endParaRPr>
        </a:p>
      </dgm:t>
    </dgm:pt>
    <dgm:pt modelId="{85808433-6FC9-4D4A-A780-4CBE63AD8591}">
      <dgm:prSet/>
      <dgm:spPr/>
      <dgm:t>
        <a:bodyPr/>
        <a:lstStyle/>
        <a:p>
          <a:pPr>
            <a:lnSpc>
              <a:spcPct val="100000"/>
            </a:lnSpc>
            <a:defRPr cap="all"/>
          </a:pPr>
          <a:r>
            <a:rPr lang="en-US">
              <a:solidFill>
                <a:schemeClr val="bg1"/>
              </a:solidFill>
            </a:rPr>
            <a:t>❌ Overharvesting</a:t>
          </a:r>
        </a:p>
      </dgm:t>
    </dgm:pt>
    <dgm:pt modelId="{0CC931D7-CACD-453F-972F-5DCBB25CD8C7}" type="parTrans" cxnId="{285D550E-A5CE-4BF5-972C-6828AB252592}">
      <dgm:prSet/>
      <dgm:spPr/>
      <dgm:t>
        <a:bodyPr/>
        <a:lstStyle/>
        <a:p>
          <a:endParaRPr lang="en-US">
            <a:solidFill>
              <a:schemeClr val="bg1"/>
            </a:solidFill>
          </a:endParaRPr>
        </a:p>
      </dgm:t>
    </dgm:pt>
    <dgm:pt modelId="{E7C50E01-4BE9-455F-9A82-EE7AC89EA05B}" type="sibTrans" cxnId="{285D550E-A5CE-4BF5-972C-6828AB252592}">
      <dgm:prSet/>
      <dgm:spPr/>
      <dgm:t>
        <a:bodyPr/>
        <a:lstStyle/>
        <a:p>
          <a:endParaRPr lang="en-US">
            <a:solidFill>
              <a:schemeClr val="bg1"/>
            </a:solidFill>
          </a:endParaRPr>
        </a:p>
      </dgm:t>
    </dgm:pt>
    <dgm:pt modelId="{AF5CEC3D-9E68-40AA-ACD8-7F809D30471B}" type="pres">
      <dgm:prSet presAssocID="{5981297A-B1C4-48C9-BB58-E820CE91CE6F}" presName="root" presStyleCnt="0">
        <dgm:presLayoutVars>
          <dgm:dir/>
          <dgm:resizeHandles val="exact"/>
        </dgm:presLayoutVars>
      </dgm:prSet>
      <dgm:spPr/>
    </dgm:pt>
    <dgm:pt modelId="{375205AE-678E-4754-9046-369886024572}" type="pres">
      <dgm:prSet presAssocID="{5D6140D1-A133-4F28-B5AC-D1A941919609}" presName="compNode" presStyleCnt="0"/>
      <dgm:spPr/>
    </dgm:pt>
    <dgm:pt modelId="{8BD327ED-D563-434C-A87D-09AA32BF75E7}" type="pres">
      <dgm:prSet presAssocID="{5D6140D1-A133-4F28-B5AC-D1A941919609}" presName="iconBgRect" presStyleLbl="bgShp" presStyleIdx="0" presStyleCnt="4"/>
      <dgm:spPr>
        <a:prstGeom prst="round2DiagRect">
          <a:avLst>
            <a:gd name="adj1" fmla="val 29727"/>
            <a:gd name="adj2" fmla="val 0"/>
          </a:avLst>
        </a:prstGeom>
      </dgm:spPr>
    </dgm:pt>
    <dgm:pt modelId="{5773C60C-8C8B-45EC-BF6F-1872B2C90CB7}" type="pres">
      <dgm:prSet presAssocID="{5D6140D1-A133-4F28-B5AC-D1A94191960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ish"/>
        </a:ext>
      </dgm:extLst>
    </dgm:pt>
    <dgm:pt modelId="{9AB7B96C-E87E-4E50-8D9B-39180F356CDB}" type="pres">
      <dgm:prSet presAssocID="{5D6140D1-A133-4F28-B5AC-D1A941919609}" presName="spaceRect" presStyleCnt="0"/>
      <dgm:spPr/>
    </dgm:pt>
    <dgm:pt modelId="{BC85B495-A4DA-41F3-836E-D5749A5855DF}" type="pres">
      <dgm:prSet presAssocID="{5D6140D1-A133-4F28-B5AC-D1A941919609}" presName="textRect" presStyleLbl="revTx" presStyleIdx="0" presStyleCnt="4">
        <dgm:presLayoutVars>
          <dgm:chMax val="1"/>
          <dgm:chPref val="1"/>
        </dgm:presLayoutVars>
      </dgm:prSet>
      <dgm:spPr/>
    </dgm:pt>
    <dgm:pt modelId="{9592E4BE-BBFF-44C1-9862-8B464CAB54A3}" type="pres">
      <dgm:prSet presAssocID="{6C30A356-893A-4DF1-9BE9-6B78E3479F94}" presName="sibTrans" presStyleCnt="0"/>
      <dgm:spPr/>
    </dgm:pt>
    <dgm:pt modelId="{7CF9FF41-636F-42E9-AB0F-47D1BD0F4B78}" type="pres">
      <dgm:prSet presAssocID="{B89D8440-317A-41FC-ADB3-B3348964F56E}" presName="compNode" presStyleCnt="0"/>
      <dgm:spPr/>
    </dgm:pt>
    <dgm:pt modelId="{14B1785E-7357-46BB-A39E-9F23650C7142}" type="pres">
      <dgm:prSet presAssocID="{B89D8440-317A-41FC-ADB3-B3348964F56E}" presName="iconBgRect" presStyleLbl="bgShp" presStyleIdx="1" presStyleCnt="4"/>
      <dgm:spPr>
        <a:prstGeom prst="round2DiagRect">
          <a:avLst>
            <a:gd name="adj1" fmla="val 29727"/>
            <a:gd name="adj2" fmla="val 0"/>
          </a:avLst>
        </a:prstGeom>
      </dgm:spPr>
    </dgm:pt>
    <dgm:pt modelId="{C6504638-0FA8-4ED4-B551-F57D87027D43}" type="pres">
      <dgm:prSet presAssocID="{B89D8440-317A-41FC-ADB3-B3348964F56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rmometer"/>
        </a:ext>
      </dgm:extLst>
    </dgm:pt>
    <dgm:pt modelId="{95B6C27A-3DC7-4565-8D0D-6B4E263127DA}" type="pres">
      <dgm:prSet presAssocID="{B89D8440-317A-41FC-ADB3-B3348964F56E}" presName="spaceRect" presStyleCnt="0"/>
      <dgm:spPr/>
    </dgm:pt>
    <dgm:pt modelId="{4E094185-8715-4D61-BDC3-A3EC648FE626}" type="pres">
      <dgm:prSet presAssocID="{B89D8440-317A-41FC-ADB3-B3348964F56E}" presName="textRect" presStyleLbl="revTx" presStyleIdx="1" presStyleCnt="4">
        <dgm:presLayoutVars>
          <dgm:chMax val="1"/>
          <dgm:chPref val="1"/>
        </dgm:presLayoutVars>
      </dgm:prSet>
      <dgm:spPr/>
    </dgm:pt>
    <dgm:pt modelId="{720C1880-7DAD-4FE1-B2E4-85A9FC01D022}" type="pres">
      <dgm:prSet presAssocID="{222C6A32-CEE5-4BCB-BDF6-A5AFA5BB1E7B}" presName="sibTrans" presStyleCnt="0"/>
      <dgm:spPr/>
    </dgm:pt>
    <dgm:pt modelId="{5B668F21-B10B-4514-AE79-09A0541950AD}" type="pres">
      <dgm:prSet presAssocID="{FC9A68FD-72E7-4C59-84F6-375D21D4A24A}" presName="compNode" presStyleCnt="0"/>
      <dgm:spPr/>
    </dgm:pt>
    <dgm:pt modelId="{DD82C342-52AC-41FF-BB0F-A6A4177288DC}" type="pres">
      <dgm:prSet presAssocID="{FC9A68FD-72E7-4C59-84F6-375D21D4A24A}" presName="iconBgRect" presStyleLbl="bgShp" presStyleIdx="2" presStyleCnt="4"/>
      <dgm:spPr>
        <a:prstGeom prst="round2DiagRect">
          <a:avLst>
            <a:gd name="adj1" fmla="val 29727"/>
            <a:gd name="adj2" fmla="val 0"/>
          </a:avLst>
        </a:prstGeom>
      </dgm:spPr>
    </dgm:pt>
    <dgm:pt modelId="{B089F07D-9756-4486-B1FC-461FDA342B6F}" type="pres">
      <dgm:prSet presAssocID="{FC9A68FD-72E7-4C59-84F6-375D21D4A24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ar"/>
        </a:ext>
      </dgm:extLst>
    </dgm:pt>
    <dgm:pt modelId="{178DEECD-0C25-4C36-B802-5D7BBAC17CE8}" type="pres">
      <dgm:prSet presAssocID="{FC9A68FD-72E7-4C59-84F6-375D21D4A24A}" presName="spaceRect" presStyleCnt="0"/>
      <dgm:spPr/>
    </dgm:pt>
    <dgm:pt modelId="{FE7ADD35-77A1-404F-8117-F4EC2C5B61D5}" type="pres">
      <dgm:prSet presAssocID="{FC9A68FD-72E7-4C59-84F6-375D21D4A24A}" presName="textRect" presStyleLbl="revTx" presStyleIdx="2" presStyleCnt="4">
        <dgm:presLayoutVars>
          <dgm:chMax val="1"/>
          <dgm:chPref val="1"/>
        </dgm:presLayoutVars>
      </dgm:prSet>
      <dgm:spPr/>
    </dgm:pt>
    <dgm:pt modelId="{E07443C9-0EC5-42A5-A12C-1DD6B04BF217}" type="pres">
      <dgm:prSet presAssocID="{EA3B64DF-2AF4-445F-BFE8-6836F6970A7B}" presName="sibTrans" presStyleCnt="0"/>
      <dgm:spPr/>
    </dgm:pt>
    <dgm:pt modelId="{B2FEB9B4-0CA6-4C03-A5AF-D9498C165FC2}" type="pres">
      <dgm:prSet presAssocID="{85808433-6FC9-4D4A-A780-4CBE63AD8591}" presName="compNode" presStyleCnt="0"/>
      <dgm:spPr/>
    </dgm:pt>
    <dgm:pt modelId="{7DCB1A5B-7232-4FDB-8675-AF66070C31DC}" type="pres">
      <dgm:prSet presAssocID="{85808433-6FC9-4D4A-A780-4CBE63AD8591}" presName="iconBgRect" presStyleLbl="bgShp" presStyleIdx="3" presStyleCnt="4"/>
      <dgm:spPr>
        <a:prstGeom prst="round2DiagRect">
          <a:avLst>
            <a:gd name="adj1" fmla="val 29727"/>
            <a:gd name="adj2" fmla="val 0"/>
          </a:avLst>
        </a:prstGeom>
      </dgm:spPr>
    </dgm:pt>
    <dgm:pt modelId="{D585B4E2-CD61-49BD-B570-55A4249DF448}" type="pres">
      <dgm:prSet presAssocID="{85808433-6FC9-4D4A-A780-4CBE63AD859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BE32E81-E452-4E02-B751-6EC2AB48307B}" type="pres">
      <dgm:prSet presAssocID="{85808433-6FC9-4D4A-A780-4CBE63AD8591}" presName="spaceRect" presStyleCnt="0"/>
      <dgm:spPr/>
    </dgm:pt>
    <dgm:pt modelId="{FB164D82-21D8-4492-8E8B-70FC8C659CDF}" type="pres">
      <dgm:prSet presAssocID="{85808433-6FC9-4D4A-A780-4CBE63AD8591}" presName="textRect" presStyleLbl="revTx" presStyleIdx="3" presStyleCnt="4">
        <dgm:presLayoutVars>
          <dgm:chMax val="1"/>
          <dgm:chPref val="1"/>
        </dgm:presLayoutVars>
      </dgm:prSet>
      <dgm:spPr/>
    </dgm:pt>
  </dgm:ptLst>
  <dgm:cxnLst>
    <dgm:cxn modelId="{AD8E2F05-F689-4034-8F42-847CDDB4C015}" type="presOf" srcId="{FC9A68FD-72E7-4C59-84F6-375D21D4A24A}" destId="{FE7ADD35-77A1-404F-8117-F4EC2C5B61D5}" srcOrd="0" destOrd="0" presId="urn:microsoft.com/office/officeart/2018/5/layout/IconLeafLabelList"/>
    <dgm:cxn modelId="{285D550E-A5CE-4BF5-972C-6828AB252592}" srcId="{5981297A-B1C4-48C9-BB58-E820CE91CE6F}" destId="{85808433-6FC9-4D4A-A780-4CBE63AD8591}" srcOrd="3" destOrd="0" parTransId="{0CC931D7-CACD-453F-972F-5DCBB25CD8C7}" sibTransId="{E7C50E01-4BE9-455F-9A82-EE7AC89EA05B}"/>
    <dgm:cxn modelId="{5B5EFA28-3066-4C83-AB30-FF402C5B4172}" type="presOf" srcId="{5D6140D1-A133-4F28-B5AC-D1A941919609}" destId="{BC85B495-A4DA-41F3-836E-D5749A5855DF}" srcOrd="0" destOrd="0" presId="urn:microsoft.com/office/officeart/2018/5/layout/IconLeafLabelList"/>
    <dgm:cxn modelId="{C5E13550-319D-490D-8DD5-91343D715A4F}" type="presOf" srcId="{B89D8440-317A-41FC-ADB3-B3348964F56E}" destId="{4E094185-8715-4D61-BDC3-A3EC648FE626}" srcOrd="0" destOrd="0" presId="urn:microsoft.com/office/officeart/2018/5/layout/IconLeafLabelList"/>
    <dgm:cxn modelId="{F6685B93-AAE3-483D-A11E-62AB65CC1BE7}" srcId="{5981297A-B1C4-48C9-BB58-E820CE91CE6F}" destId="{B89D8440-317A-41FC-ADB3-B3348964F56E}" srcOrd="1" destOrd="0" parTransId="{EE08FB54-3F79-40B3-A410-28320CE4BF94}" sibTransId="{222C6A32-CEE5-4BCB-BDF6-A5AFA5BB1E7B}"/>
    <dgm:cxn modelId="{16229C97-FFE2-4D0A-8C1A-FCA0E5405320}" type="presOf" srcId="{5981297A-B1C4-48C9-BB58-E820CE91CE6F}" destId="{AF5CEC3D-9E68-40AA-ACD8-7F809D30471B}" srcOrd="0" destOrd="0" presId="urn:microsoft.com/office/officeart/2018/5/layout/IconLeafLabelList"/>
    <dgm:cxn modelId="{6C24E8B4-93C7-4CA2-97AA-9494962ADA25}" srcId="{5981297A-B1C4-48C9-BB58-E820CE91CE6F}" destId="{FC9A68FD-72E7-4C59-84F6-375D21D4A24A}" srcOrd="2" destOrd="0" parTransId="{1A3A9E28-6CC0-4CF7-B5EE-398F06CDFF87}" sibTransId="{EA3B64DF-2AF4-445F-BFE8-6836F6970A7B}"/>
    <dgm:cxn modelId="{3FA7E7B8-7271-4B02-BB24-59AC65ADC8D5}" type="presOf" srcId="{85808433-6FC9-4D4A-A780-4CBE63AD8591}" destId="{FB164D82-21D8-4492-8E8B-70FC8C659CDF}" srcOrd="0" destOrd="0" presId="urn:microsoft.com/office/officeart/2018/5/layout/IconLeafLabelList"/>
    <dgm:cxn modelId="{CC8DA4D1-A9B8-4E30-B13C-2A263C4A6A43}" srcId="{5981297A-B1C4-48C9-BB58-E820CE91CE6F}" destId="{5D6140D1-A133-4F28-B5AC-D1A941919609}" srcOrd="0" destOrd="0" parTransId="{2B2E2653-25A7-4EFC-97C9-1CB2568DBB6B}" sibTransId="{6C30A356-893A-4DF1-9BE9-6B78E3479F94}"/>
    <dgm:cxn modelId="{474C7E35-5DDB-438B-9CED-F32355FBF7FB}" type="presParOf" srcId="{AF5CEC3D-9E68-40AA-ACD8-7F809D30471B}" destId="{375205AE-678E-4754-9046-369886024572}" srcOrd="0" destOrd="0" presId="urn:microsoft.com/office/officeart/2018/5/layout/IconLeafLabelList"/>
    <dgm:cxn modelId="{11C2D446-C0FB-4939-A92A-2C43DF037ECE}" type="presParOf" srcId="{375205AE-678E-4754-9046-369886024572}" destId="{8BD327ED-D563-434C-A87D-09AA32BF75E7}" srcOrd="0" destOrd="0" presId="urn:microsoft.com/office/officeart/2018/5/layout/IconLeafLabelList"/>
    <dgm:cxn modelId="{DBC7806D-D81A-49C0-8B92-74E1FC76A072}" type="presParOf" srcId="{375205AE-678E-4754-9046-369886024572}" destId="{5773C60C-8C8B-45EC-BF6F-1872B2C90CB7}" srcOrd="1" destOrd="0" presId="urn:microsoft.com/office/officeart/2018/5/layout/IconLeafLabelList"/>
    <dgm:cxn modelId="{8117D1B8-0998-4369-958F-5E6A3E266AC7}" type="presParOf" srcId="{375205AE-678E-4754-9046-369886024572}" destId="{9AB7B96C-E87E-4E50-8D9B-39180F356CDB}" srcOrd="2" destOrd="0" presId="urn:microsoft.com/office/officeart/2018/5/layout/IconLeafLabelList"/>
    <dgm:cxn modelId="{E4570F3C-07B9-4AEE-B091-F3157C50ED25}" type="presParOf" srcId="{375205AE-678E-4754-9046-369886024572}" destId="{BC85B495-A4DA-41F3-836E-D5749A5855DF}" srcOrd="3" destOrd="0" presId="urn:microsoft.com/office/officeart/2018/5/layout/IconLeafLabelList"/>
    <dgm:cxn modelId="{74E38BE2-35DF-4BDB-91E8-DE3AD747D6E5}" type="presParOf" srcId="{AF5CEC3D-9E68-40AA-ACD8-7F809D30471B}" destId="{9592E4BE-BBFF-44C1-9862-8B464CAB54A3}" srcOrd="1" destOrd="0" presId="urn:microsoft.com/office/officeart/2018/5/layout/IconLeafLabelList"/>
    <dgm:cxn modelId="{5C8C4D9C-76C9-452A-AE85-6263365005D0}" type="presParOf" srcId="{AF5CEC3D-9E68-40AA-ACD8-7F809D30471B}" destId="{7CF9FF41-636F-42E9-AB0F-47D1BD0F4B78}" srcOrd="2" destOrd="0" presId="urn:microsoft.com/office/officeart/2018/5/layout/IconLeafLabelList"/>
    <dgm:cxn modelId="{4E1E591E-2CBA-4E3D-B819-D2AC17263CF9}" type="presParOf" srcId="{7CF9FF41-636F-42E9-AB0F-47D1BD0F4B78}" destId="{14B1785E-7357-46BB-A39E-9F23650C7142}" srcOrd="0" destOrd="0" presId="urn:microsoft.com/office/officeart/2018/5/layout/IconLeafLabelList"/>
    <dgm:cxn modelId="{43F7F70B-30BF-4CED-A371-0126FC6015A7}" type="presParOf" srcId="{7CF9FF41-636F-42E9-AB0F-47D1BD0F4B78}" destId="{C6504638-0FA8-4ED4-B551-F57D87027D43}" srcOrd="1" destOrd="0" presId="urn:microsoft.com/office/officeart/2018/5/layout/IconLeafLabelList"/>
    <dgm:cxn modelId="{0DBFC6CA-DF7A-418D-A217-8452E6672298}" type="presParOf" srcId="{7CF9FF41-636F-42E9-AB0F-47D1BD0F4B78}" destId="{95B6C27A-3DC7-4565-8D0D-6B4E263127DA}" srcOrd="2" destOrd="0" presId="urn:microsoft.com/office/officeart/2018/5/layout/IconLeafLabelList"/>
    <dgm:cxn modelId="{0FAAFF20-183F-457C-8D0A-6B4977AA21C9}" type="presParOf" srcId="{7CF9FF41-636F-42E9-AB0F-47D1BD0F4B78}" destId="{4E094185-8715-4D61-BDC3-A3EC648FE626}" srcOrd="3" destOrd="0" presId="urn:microsoft.com/office/officeart/2018/5/layout/IconLeafLabelList"/>
    <dgm:cxn modelId="{46044165-831F-4983-80D3-60D1D5052E68}" type="presParOf" srcId="{AF5CEC3D-9E68-40AA-ACD8-7F809D30471B}" destId="{720C1880-7DAD-4FE1-B2E4-85A9FC01D022}" srcOrd="3" destOrd="0" presId="urn:microsoft.com/office/officeart/2018/5/layout/IconLeafLabelList"/>
    <dgm:cxn modelId="{BEA6C82D-1085-4DD3-B4DD-C3603413A051}" type="presParOf" srcId="{AF5CEC3D-9E68-40AA-ACD8-7F809D30471B}" destId="{5B668F21-B10B-4514-AE79-09A0541950AD}" srcOrd="4" destOrd="0" presId="urn:microsoft.com/office/officeart/2018/5/layout/IconLeafLabelList"/>
    <dgm:cxn modelId="{C7A5F163-A8E6-4954-9238-8B61FB13C27C}" type="presParOf" srcId="{5B668F21-B10B-4514-AE79-09A0541950AD}" destId="{DD82C342-52AC-41FF-BB0F-A6A4177288DC}" srcOrd="0" destOrd="0" presId="urn:microsoft.com/office/officeart/2018/5/layout/IconLeafLabelList"/>
    <dgm:cxn modelId="{0F99F950-C67C-4E60-B971-354AD08D8D3B}" type="presParOf" srcId="{5B668F21-B10B-4514-AE79-09A0541950AD}" destId="{B089F07D-9756-4486-B1FC-461FDA342B6F}" srcOrd="1" destOrd="0" presId="urn:microsoft.com/office/officeart/2018/5/layout/IconLeafLabelList"/>
    <dgm:cxn modelId="{15EC91CE-C4AD-44E3-A0B9-0BB663902FA4}" type="presParOf" srcId="{5B668F21-B10B-4514-AE79-09A0541950AD}" destId="{178DEECD-0C25-4C36-B802-5D7BBAC17CE8}" srcOrd="2" destOrd="0" presId="urn:microsoft.com/office/officeart/2018/5/layout/IconLeafLabelList"/>
    <dgm:cxn modelId="{15E2D5AF-A918-4BF6-AA8C-C563D3F53BA3}" type="presParOf" srcId="{5B668F21-B10B-4514-AE79-09A0541950AD}" destId="{FE7ADD35-77A1-404F-8117-F4EC2C5B61D5}" srcOrd="3" destOrd="0" presId="urn:microsoft.com/office/officeart/2018/5/layout/IconLeafLabelList"/>
    <dgm:cxn modelId="{1B2D0987-4DA9-4084-BCAC-72829034CFF1}" type="presParOf" srcId="{AF5CEC3D-9E68-40AA-ACD8-7F809D30471B}" destId="{E07443C9-0EC5-42A5-A12C-1DD6B04BF217}" srcOrd="5" destOrd="0" presId="urn:microsoft.com/office/officeart/2018/5/layout/IconLeafLabelList"/>
    <dgm:cxn modelId="{C46B19F2-12EA-421A-B6C9-577D5EDFC3D3}" type="presParOf" srcId="{AF5CEC3D-9E68-40AA-ACD8-7F809D30471B}" destId="{B2FEB9B4-0CA6-4C03-A5AF-D9498C165FC2}" srcOrd="6" destOrd="0" presId="urn:microsoft.com/office/officeart/2018/5/layout/IconLeafLabelList"/>
    <dgm:cxn modelId="{BD8C87C5-5F7E-40C5-81FA-975217EAC403}" type="presParOf" srcId="{B2FEB9B4-0CA6-4C03-A5AF-D9498C165FC2}" destId="{7DCB1A5B-7232-4FDB-8675-AF66070C31DC}" srcOrd="0" destOrd="0" presId="urn:microsoft.com/office/officeart/2018/5/layout/IconLeafLabelList"/>
    <dgm:cxn modelId="{7B010D81-FB65-45AC-9F0E-06E35127B76D}" type="presParOf" srcId="{B2FEB9B4-0CA6-4C03-A5AF-D9498C165FC2}" destId="{D585B4E2-CD61-49BD-B570-55A4249DF448}" srcOrd="1" destOrd="0" presId="urn:microsoft.com/office/officeart/2018/5/layout/IconLeafLabelList"/>
    <dgm:cxn modelId="{53F4CC35-4736-480D-9883-3E15A4E05E51}" type="presParOf" srcId="{B2FEB9B4-0CA6-4C03-A5AF-D9498C165FC2}" destId="{DBE32E81-E452-4E02-B751-6EC2AB48307B}" srcOrd="2" destOrd="0" presId="urn:microsoft.com/office/officeart/2018/5/layout/IconLeafLabelList"/>
    <dgm:cxn modelId="{E7BBDD37-82E4-438E-B710-93DDA6FDB806}" type="presParOf" srcId="{B2FEB9B4-0CA6-4C03-A5AF-D9498C165FC2}" destId="{FB164D82-21D8-4492-8E8B-70FC8C659CDF}"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B513CFC-99D8-4254-81C8-840D834D5264}" type="doc">
      <dgm:prSet loTypeId="urn:microsoft.com/office/officeart/2005/8/layout/vProcess5" loCatId="process" qsTypeId="urn:microsoft.com/office/officeart/2005/8/quickstyle/simple4" qsCatId="simple" csTypeId="urn:microsoft.com/office/officeart/2005/8/colors/colorful3" csCatId="colorful"/>
      <dgm:spPr/>
      <dgm:t>
        <a:bodyPr/>
        <a:lstStyle/>
        <a:p>
          <a:endParaRPr lang="en-US"/>
        </a:p>
      </dgm:t>
    </dgm:pt>
    <dgm:pt modelId="{B81E1506-87E4-441F-B620-40791BE737BE}">
      <dgm:prSet/>
      <dgm:spPr/>
      <dgm:t>
        <a:bodyPr/>
        <a:lstStyle/>
        <a:p>
          <a:r>
            <a:rPr lang="en-US" b="1"/>
            <a:t>Amazing Plant Facts</a:t>
          </a:r>
          <a:endParaRPr lang="en-US"/>
        </a:p>
      </dgm:t>
    </dgm:pt>
    <dgm:pt modelId="{E1115A35-2EF5-44F0-BB39-51BA4E591BA3}" type="parTrans" cxnId="{E40C1697-6990-4443-AF0F-54C2E47856F3}">
      <dgm:prSet/>
      <dgm:spPr/>
      <dgm:t>
        <a:bodyPr/>
        <a:lstStyle/>
        <a:p>
          <a:endParaRPr lang="en-US"/>
        </a:p>
      </dgm:t>
    </dgm:pt>
    <dgm:pt modelId="{A6DA87F7-C4F6-4380-9D87-EA60744B9F26}" type="sibTrans" cxnId="{E40C1697-6990-4443-AF0F-54C2E47856F3}">
      <dgm:prSet/>
      <dgm:spPr/>
      <dgm:t>
        <a:bodyPr/>
        <a:lstStyle/>
        <a:p>
          <a:endParaRPr lang="en-US"/>
        </a:p>
      </dgm:t>
    </dgm:pt>
    <dgm:pt modelId="{635A3CD5-793D-412A-8330-018A9D9E8CCD}">
      <dgm:prSet/>
      <dgm:spPr/>
      <dgm:t>
        <a:bodyPr/>
        <a:lstStyle/>
        <a:p>
          <a:r>
            <a:rPr lang="en-US"/>
            <a:t>🍃 South Africa has one of the richest floral kingdoms in the world.</a:t>
          </a:r>
        </a:p>
      </dgm:t>
    </dgm:pt>
    <dgm:pt modelId="{82F1E270-0D18-4C73-B37B-7E6749FA8450}" type="parTrans" cxnId="{A1519138-2708-49BD-8E5C-1BE4FD8CA0C9}">
      <dgm:prSet/>
      <dgm:spPr/>
      <dgm:t>
        <a:bodyPr/>
        <a:lstStyle/>
        <a:p>
          <a:endParaRPr lang="en-US"/>
        </a:p>
      </dgm:t>
    </dgm:pt>
    <dgm:pt modelId="{95892BD0-2E92-4A8A-A611-39773FB11BA2}" type="sibTrans" cxnId="{A1519138-2708-49BD-8E5C-1BE4FD8CA0C9}">
      <dgm:prSet/>
      <dgm:spPr/>
      <dgm:t>
        <a:bodyPr/>
        <a:lstStyle/>
        <a:p>
          <a:endParaRPr lang="en-US"/>
        </a:p>
      </dgm:t>
    </dgm:pt>
    <dgm:pt modelId="{30224ED7-1AA2-4AEC-BE37-EC8F4B52F0EC}">
      <dgm:prSet/>
      <dgm:spPr/>
      <dgm:t>
        <a:bodyPr/>
        <a:lstStyle/>
        <a:p>
          <a:r>
            <a:rPr lang="en-US"/>
            <a:t>🍃 The baobab tree can store thousands of liters of water.</a:t>
          </a:r>
        </a:p>
      </dgm:t>
    </dgm:pt>
    <dgm:pt modelId="{6E56579A-D189-446C-A6F9-9268B2E31CCB}" type="parTrans" cxnId="{6344D980-B6D3-41FA-BF8D-D9D9A646D9D9}">
      <dgm:prSet/>
      <dgm:spPr/>
      <dgm:t>
        <a:bodyPr/>
        <a:lstStyle/>
        <a:p>
          <a:endParaRPr lang="en-US"/>
        </a:p>
      </dgm:t>
    </dgm:pt>
    <dgm:pt modelId="{E1DC15F3-6818-4216-B75A-59F619BB21C5}" type="sibTrans" cxnId="{6344D980-B6D3-41FA-BF8D-D9D9A646D9D9}">
      <dgm:prSet/>
      <dgm:spPr/>
      <dgm:t>
        <a:bodyPr/>
        <a:lstStyle/>
        <a:p>
          <a:endParaRPr lang="en-US"/>
        </a:p>
      </dgm:t>
    </dgm:pt>
    <dgm:pt modelId="{A864EFD2-86EA-4977-AC46-7659E4D1325B}">
      <dgm:prSet/>
      <dgm:spPr/>
      <dgm:t>
        <a:bodyPr/>
        <a:lstStyle/>
        <a:p>
          <a:r>
            <a:rPr lang="en-US"/>
            <a:t>🍃 Some seeds remain dormant for years before germinating.</a:t>
          </a:r>
        </a:p>
      </dgm:t>
    </dgm:pt>
    <dgm:pt modelId="{8561E579-5105-402F-9151-E156A86D9181}" type="parTrans" cxnId="{0DE9E42A-7A7A-47A4-B0B9-DE56988D02BB}">
      <dgm:prSet/>
      <dgm:spPr/>
      <dgm:t>
        <a:bodyPr/>
        <a:lstStyle/>
        <a:p>
          <a:endParaRPr lang="en-US"/>
        </a:p>
      </dgm:t>
    </dgm:pt>
    <dgm:pt modelId="{A027E3E2-FC5D-4A89-B1DC-1DC8EBB5F61E}" type="sibTrans" cxnId="{0DE9E42A-7A7A-47A4-B0B9-DE56988D02BB}">
      <dgm:prSet/>
      <dgm:spPr/>
      <dgm:t>
        <a:bodyPr/>
        <a:lstStyle/>
        <a:p>
          <a:endParaRPr lang="en-US"/>
        </a:p>
      </dgm:t>
    </dgm:pt>
    <dgm:pt modelId="{AE35C98D-9215-4F84-9FDF-1CD5CE67E509}">
      <dgm:prSet/>
      <dgm:spPr/>
      <dgm:t>
        <a:bodyPr/>
        <a:lstStyle/>
        <a:p>
          <a:r>
            <a:rPr lang="en-US"/>
            <a:t>🍃 Plants communicate using chemical signals.</a:t>
          </a:r>
        </a:p>
      </dgm:t>
    </dgm:pt>
    <dgm:pt modelId="{DEF7B241-BFCE-405A-8B51-074F5490F483}" type="parTrans" cxnId="{2637C85A-2C73-4E87-9D9C-35182D9DF099}">
      <dgm:prSet/>
      <dgm:spPr/>
      <dgm:t>
        <a:bodyPr/>
        <a:lstStyle/>
        <a:p>
          <a:endParaRPr lang="en-US"/>
        </a:p>
      </dgm:t>
    </dgm:pt>
    <dgm:pt modelId="{29DB6E1F-0F3F-43B2-8C63-9A9FAE5C4781}" type="sibTrans" cxnId="{2637C85A-2C73-4E87-9D9C-35182D9DF099}">
      <dgm:prSet/>
      <dgm:spPr/>
      <dgm:t>
        <a:bodyPr/>
        <a:lstStyle/>
        <a:p>
          <a:endParaRPr lang="en-US"/>
        </a:p>
      </dgm:t>
    </dgm:pt>
    <dgm:pt modelId="{B5BE8F59-37AA-8840-9993-D6DED100E874}" type="pres">
      <dgm:prSet presAssocID="{6B513CFC-99D8-4254-81C8-840D834D5264}" presName="outerComposite" presStyleCnt="0">
        <dgm:presLayoutVars>
          <dgm:chMax val="5"/>
          <dgm:dir/>
          <dgm:resizeHandles val="exact"/>
        </dgm:presLayoutVars>
      </dgm:prSet>
      <dgm:spPr/>
    </dgm:pt>
    <dgm:pt modelId="{29211C12-79C5-9A49-92F8-C07C132A4B71}" type="pres">
      <dgm:prSet presAssocID="{6B513CFC-99D8-4254-81C8-840D834D5264}" presName="dummyMaxCanvas" presStyleCnt="0">
        <dgm:presLayoutVars/>
      </dgm:prSet>
      <dgm:spPr/>
    </dgm:pt>
    <dgm:pt modelId="{3B12B317-97F0-1F44-A461-59C8D347147A}" type="pres">
      <dgm:prSet presAssocID="{6B513CFC-99D8-4254-81C8-840D834D5264}" presName="FiveNodes_1" presStyleLbl="node1" presStyleIdx="0" presStyleCnt="5">
        <dgm:presLayoutVars>
          <dgm:bulletEnabled val="1"/>
        </dgm:presLayoutVars>
      </dgm:prSet>
      <dgm:spPr/>
    </dgm:pt>
    <dgm:pt modelId="{20159CF9-0B82-174D-9328-EA5954B4237A}" type="pres">
      <dgm:prSet presAssocID="{6B513CFC-99D8-4254-81C8-840D834D5264}" presName="FiveNodes_2" presStyleLbl="node1" presStyleIdx="1" presStyleCnt="5">
        <dgm:presLayoutVars>
          <dgm:bulletEnabled val="1"/>
        </dgm:presLayoutVars>
      </dgm:prSet>
      <dgm:spPr/>
    </dgm:pt>
    <dgm:pt modelId="{6CC5DD4B-3E87-EC40-AD31-25EA5BA7F8FA}" type="pres">
      <dgm:prSet presAssocID="{6B513CFC-99D8-4254-81C8-840D834D5264}" presName="FiveNodes_3" presStyleLbl="node1" presStyleIdx="2" presStyleCnt="5">
        <dgm:presLayoutVars>
          <dgm:bulletEnabled val="1"/>
        </dgm:presLayoutVars>
      </dgm:prSet>
      <dgm:spPr/>
    </dgm:pt>
    <dgm:pt modelId="{32DB3E46-8509-1E44-A66E-ACDF5176F2BC}" type="pres">
      <dgm:prSet presAssocID="{6B513CFC-99D8-4254-81C8-840D834D5264}" presName="FiveNodes_4" presStyleLbl="node1" presStyleIdx="3" presStyleCnt="5">
        <dgm:presLayoutVars>
          <dgm:bulletEnabled val="1"/>
        </dgm:presLayoutVars>
      </dgm:prSet>
      <dgm:spPr/>
    </dgm:pt>
    <dgm:pt modelId="{326131FE-B17E-2D4C-9E9E-26FCDE3F9373}" type="pres">
      <dgm:prSet presAssocID="{6B513CFC-99D8-4254-81C8-840D834D5264}" presName="FiveNodes_5" presStyleLbl="node1" presStyleIdx="4" presStyleCnt="5">
        <dgm:presLayoutVars>
          <dgm:bulletEnabled val="1"/>
        </dgm:presLayoutVars>
      </dgm:prSet>
      <dgm:spPr/>
    </dgm:pt>
    <dgm:pt modelId="{84DD2053-2B08-344C-ABB1-41923070E9C7}" type="pres">
      <dgm:prSet presAssocID="{6B513CFC-99D8-4254-81C8-840D834D5264}" presName="FiveConn_1-2" presStyleLbl="fgAccFollowNode1" presStyleIdx="0" presStyleCnt="4">
        <dgm:presLayoutVars>
          <dgm:bulletEnabled val="1"/>
        </dgm:presLayoutVars>
      </dgm:prSet>
      <dgm:spPr/>
    </dgm:pt>
    <dgm:pt modelId="{259F0EE1-5ED7-DD43-90CD-18522CC384DE}" type="pres">
      <dgm:prSet presAssocID="{6B513CFC-99D8-4254-81C8-840D834D5264}" presName="FiveConn_2-3" presStyleLbl="fgAccFollowNode1" presStyleIdx="1" presStyleCnt="4">
        <dgm:presLayoutVars>
          <dgm:bulletEnabled val="1"/>
        </dgm:presLayoutVars>
      </dgm:prSet>
      <dgm:spPr/>
    </dgm:pt>
    <dgm:pt modelId="{43E07974-F694-704E-8A43-BDAC17649D96}" type="pres">
      <dgm:prSet presAssocID="{6B513CFC-99D8-4254-81C8-840D834D5264}" presName="FiveConn_3-4" presStyleLbl="fgAccFollowNode1" presStyleIdx="2" presStyleCnt="4">
        <dgm:presLayoutVars>
          <dgm:bulletEnabled val="1"/>
        </dgm:presLayoutVars>
      </dgm:prSet>
      <dgm:spPr/>
    </dgm:pt>
    <dgm:pt modelId="{43B966F2-15A6-5845-8AD6-6EC6D7A94F43}" type="pres">
      <dgm:prSet presAssocID="{6B513CFC-99D8-4254-81C8-840D834D5264}" presName="FiveConn_4-5" presStyleLbl="fgAccFollowNode1" presStyleIdx="3" presStyleCnt="4">
        <dgm:presLayoutVars>
          <dgm:bulletEnabled val="1"/>
        </dgm:presLayoutVars>
      </dgm:prSet>
      <dgm:spPr/>
    </dgm:pt>
    <dgm:pt modelId="{37677F8E-65CA-3A45-80C5-39924C667C12}" type="pres">
      <dgm:prSet presAssocID="{6B513CFC-99D8-4254-81C8-840D834D5264}" presName="FiveNodes_1_text" presStyleLbl="node1" presStyleIdx="4" presStyleCnt="5">
        <dgm:presLayoutVars>
          <dgm:bulletEnabled val="1"/>
        </dgm:presLayoutVars>
      </dgm:prSet>
      <dgm:spPr/>
    </dgm:pt>
    <dgm:pt modelId="{8E3E53E5-24D8-5B45-A711-9A9340A81864}" type="pres">
      <dgm:prSet presAssocID="{6B513CFC-99D8-4254-81C8-840D834D5264}" presName="FiveNodes_2_text" presStyleLbl="node1" presStyleIdx="4" presStyleCnt="5">
        <dgm:presLayoutVars>
          <dgm:bulletEnabled val="1"/>
        </dgm:presLayoutVars>
      </dgm:prSet>
      <dgm:spPr/>
    </dgm:pt>
    <dgm:pt modelId="{837E0A67-0FB1-CE49-B9C7-C4AE1C0BF200}" type="pres">
      <dgm:prSet presAssocID="{6B513CFC-99D8-4254-81C8-840D834D5264}" presName="FiveNodes_3_text" presStyleLbl="node1" presStyleIdx="4" presStyleCnt="5">
        <dgm:presLayoutVars>
          <dgm:bulletEnabled val="1"/>
        </dgm:presLayoutVars>
      </dgm:prSet>
      <dgm:spPr/>
    </dgm:pt>
    <dgm:pt modelId="{15A64D97-0E13-1440-A3CA-4EBAB083E225}" type="pres">
      <dgm:prSet presAssocID="{6B513CFC-99D8-4254-81C8-840D834D5264}" presName="FiveNodes_4_text" presStyleLbl="node1" presStyleIdx="4" presStyleCnt="5">
        <dgm:presLayoutVars>
          <dgm:bulletEnabled val="1"/>
        </dgm:presLayoutVars>
      </dgm:prSet>
      <dgm:spPr/>
    </dgm:pt>
    <dgm:pt modelId="{640194E5-3C5B-8240-BAB6-26ABB77784C5}" type="pres">
      <dgm:prSet presAssocID="{6B513CFC-99D8-4254-81C8-840D834D5264}" presName="FiveNodes_5_text" presStyleLbl="node1" presStyleIdx="4" presStyleCnt="5">
        <dgm:presLayoutVars>
          <dgm:bulletEnabled val="1"/>
        </dgm:presLayoutVars>
      </dgm:prSet>
      <dgm:spPr/>
    </dgm:pt>
  </dgm:ptLst>
  <dgm:cxnLst>
    <dgm:cxn modelId="{836CF408-6EBF-A845-8435-F83681DF3BE2}" type="presOf" srcId="{A027E3E2-FC5D-4A89-B1DC-1DC8EBB5F61E}" destId="{43B966F2-15A6-5845-8AD6-6EC6D7A94F43}" srcOrd="0" destOrd="0" presId="urn:microsoft.com/office/officeart/2005/8/layout/vProcess5"/>
    <dgm:cxn modelId="{B2DB5820-18B3-7141-9E81-426D3861728A}" type="presOf" srcId="{635A3CD5-793D-412A-8330-018A9D9E8CCD}" destId="{20159CF9-0B82-174D-9328-EA5954B4237A}" srcOrd="0" destOrd="0" presId="urn:microsoft.com/office/officeart/2005/8/layout/vProcess5"/>
    <dgm:cxn modelId="{96FAD021-013A-8645-ADD7-AFDE67A9EA6C}" type="presOf" srcId="{AE35C98D-9215-4F84-9FDF-1CD5CE67E509}" destId="{640194E5-3C5B-8240-BAB6-26ABB77784C5}" srcOrd="1" destOrd="0" presId="urn:microsoft.com/office/officeart/2005/8/layout/vProcess5"/>
    <dgm:cxn modelId="{0DE9E42A-7A7A-47A4-B0B9-DE56988D02BB}" srcId="{6B513CFC-99D8-4254-81C8-840D834D5264}" destId="{A864EFD2-86EA-4977-AC46-7659E4D1325B}" srcOrd="3" destOrd="0" parTransId="{8561E579-5105-402F-9151-E156A86D9181}" sibTransId="{A027E3E2-FC5D-4A89-B1DC-1DC8EBB5F61E}"/>
    <dgm:cxn modelId="{0D6AF42C-F1E3-0F46-BD6D-3FF2444D4296}" type="presOf" srcId="{A864EFD2-86EA-4977-AC46-7659E4D1325B}" destId="{32DB3E46-8509-1E44-A66E-ACDF5176F2BC}" srcOrd="0" destOrd="0" presId="urn:microsoft.com/office/officeart/2005/8/layout/vProcess5"/>
    <dgm:cxn modelId="{A306DB32-0346-0A4C-9BB3-BBAE8959501B}" type="presOf" srcId="{E1DC15F3-6818-4216-B75A-59F619BB21C5}" destId="{43E07974-F694-704E-8A43-BDAC17649D96}" srcOrd="0" destOrd="0" presId="urn:microsoft.com/office/officeart/2005/8/layout/vProcess5"/>
    <dgm:cxn modelId="{26B8D537-1636-B24E-8228-054E5AF4B4B6}" type="presOf" srcId="{B81E1506-87E4-441F-B620-40791BE737BE}" destId="{37677F8E-65CA-3A45-80C5-39924C667C12}" srcOrd="1" destOrd="0" presId="urn:microsoft.com/office/officeart/2005/8/layout/vProcess5"/>
    <dgm:cxn modelId="{A1519138-2708-49BD-8E5C-1BE4FD8CA0C9}" srcId="{6B513CFC-99D8-4254-81C8-840D834D5264}" destId="{635A3CD5-793D-412A-8330-018A9D9E8CCD}" srcOrd="1" destOrd="0" parTransId="{82F1E270-0D18-4C73-B37B-7E6749FA8450}" sibTransId="{95892BD0-2E92-4A8A-A611-39773FB11BA2}"/>
    <dgm:cxn modelId="{2637C85A-2C73-4E87-9D9C-35182D9DF099}" srcId="{6B513CFC-99D8-4254-81C8-840D834D5264}" destId="{AE35C98D-9215-4F84-9FDF-1CD5CE67E509}" srcOrd="4" destOrd="0" parTransId="{DEF7B241-BFCE-405A-8B51-074F5490F483}" sibTransId="{29DB6E1F-0F3F-43B2-8C63-9A9FAE5C4781}"/>
    <dgm:cxn modelId="{2135FD65-CCE1-1245-8B42-2DD18A669497}" type="presOf" srcId="{A6DA87F7-C4F6-4380-9D87-EA60744B9F26}" destId="{84DD2053-2B08-344C-ABB1-41923070E9C7}" srcOrd="0" destOrd="0" presId="urn:microsoft.com/office/officeart/2005/8/layout/vProcess5"/>
    <dgm:cxn modelId="{6344D980-B6D3-41FA-BF8D-D9D9A646D9D9}" srcId="{6B513CFC-99D8-4254-81C8-840D834D5264}" destId="{30224ED7-1AA2-4AEC-BE37-EC8F4B52F0EC}" srcOrd="2" destOrd="0" parTransId="{6E56579A-D189-446C-A6F9-9268B2E31CCB}" sibTransId="{E1DC15F3-6818-4216-B75A-59F619BB21C5}"/>
    <dgm:cxn modelId="{C4881B82-1AEB-7442-A5DF-66ED4C7DE58A}" type="presOf" srcId="{A864EFD2-86EA-4977-AC46-7659E4D1325B}" destId="{15A64D97-0E13-1440-A3CA-4EBAB083E225}" srcOrd="1" destOrd="0" presId="urn:microsoft.com/office/officeart/2005/8/layout/vProcess5"/>
    <dgm:cxn modelId="{876A7895-3E3A-7343-A067-9B36FDE14CE2}" type="presOf" srcId="{B81E1506-87E4-441F-B620-40791BE737BE}" destId="{3B12B317-97F0-1F44-A461-59C8D347147A}" srcOrd="0" destOrd="0" presId="urn:microsoft.com/office/officeart/2005/8/layout/vProcess5"/>
    <dgm:cxn modelId="{E40C1697-6990-4443-AF0F-54C2E47856F3}" srcId="{6B513CFC-99D8-4254-81C8-840D834D5264}" destId="{B81E1506-87E4-441F-B620-40791BE737BE}" srcOrd="0" destOrd="0" parTransId="{E1115A35-2EF5-44F0-BB39-51BA4E591BA3}" sibTransId="{A6DA87F7-C4F6-4380-9D87-EA60744B9F26}"/>
    <dgm:cxn modelId="{54B2B3A4-11C1-C04E-A1BC-8F7EAB4D8E7F}" type="presOf" srcId="{30224ED7-1AA2-4AEC-BE37-EC8F4B52F0EC}" destId="{6CC5DD4B-3E87-EC40-AD31-25EA5BA7F8FA}" srcOrd="0" destOrd="0" presId="urn:microsoft.com/office/officeart/2005/8/layout/vProcess5"/>
    <dgm:cxn modelId="{CDF824C9-596A-264C-BAEC-798CBB15A3DE}" type="presOf" srcId="{AE35C98D-9215-4F84-9FDF-1CD5CE67E509}" destId="{326131FE-B17E-2D4C-9E9E-26FCDE3F9373}" srcOrd="0" destOrd="0" presId="urn:microsoft.com/office/officeart/2005/8/layout/vProcess5"/>
    <dgm:cxn modelId="{835683CF-5DC6-5F4B-89E3-D8693A2947D9}" type="presOf" srcId="{95892BD0-2E92-4A8A-A611-39773FB11BA2}" destId="{259F0EE1-5ED7-DD43-90CD-18522CC384DE}" srcOrd="0" destOrd="0" presId="urn:microsoft.com/office/officeart/2005/8/layout/vProcess5"/>
    <dgm:cxn modelId="{D6950EE5-2C1C-3547-81A9-7A2ADC622FA1}" type="presOf" srcId="{6B513CFC-99D8-4254-81C8-840D834D5264}" destId="{B5BE8F59-37AA-8840-9993-D6DED100E874}" srcOrd="0" destOrd="0" presId="urn:microsoft.com/office/officeart/2005/8/layout/vProcess5"/>
    <dgm:cxn modelId="{6ADF05EC-A7C5-6C4B-9D71-8905B86B02BE}" type="presOf" srcId="{635A3CD5-793D-412A-8330-018A9D9E8CCD}" destId="{8E3E53E5-24D8-5B45-A711-9A9340A81864}" srcOrd="1" destOrd="0" presId="urn:microsoft.com/office/officeart/2005/8/layout/vProcess5"/>
    <dgm:cxn modelId="{4E2992FF-4B1A-5546-85BC-82A4A5D6CE04}" type="presOf" srcId="{30224ED7-1AA2-4AEC-BE37-EC8F4B52F0EC}" destId="{837E0A67-0FB1-CE49-B9C7-C4AE1C0BF200}" srcOrd="1" destOrd="0" presId="urn:microsoft.com/office/officeart/2005/8/layout/vProcess5"/>
    <dgm:cxn modelId="{59B2A8F0-312D-7647-B433-F282DE05041E}" type="presParOf" srcId="{B5BE8F59-37AA-8840-9993-D6DED100E874}" destId="{29211C12-79C5-9A49-92F8-C07C132A4B71}" srcOrd="0" destOrd="0" presId="urn:microsoft.com/office/officeart/2005/8/layout/vProcess5"/>
    <dgm:cxn modelId="{FCE11EE5-B6DC-844B-B7CB-F40F9EA20C81}" type="presParOf" srcId="{B5BE8F59-37AA-8840-9993-D6DED100E874}" destId="{3B12B317-97F0-1F44-A461-59C8D347147A}" srcOrd="1" destOrd="0" presId="urn:microsoft.com/office/officeart/2005/8/layout/vProcess5"/>
    <dgm:cxn modelId="{EF73F35B-4F84-884F-9A5B-CE514DF6AE94}" type="presParOf" srcId="{B5BE8F59-37AA-8840-9993-D6DED100E874}" destId="{20159CF9-0B82-174D-9328-EA5954B4237A}" srcOrd="2" destOrd="0" presId="urn:microsoft.com/office/officeart/2005/8/layout/vProcess5"/>
    <dgm:cxn modelId="{A63C81F5-3161-6246-AAFB-91F0DB9617CA}" type="presParOf" srcId="{B5BE8F59-37AA-8840-9993-D6DED100E874}" destId="{6CC5DD4B-3E87-EC40-AD31-25EA5BA7F8FA}" srcOrd="3" destOrd="0" presId="urn:microsoft.com/office/officeart/2005/8/layout/vProcess5"/>
    <dgm:cxn modelId="{4949433A-2104-1040-ADE4-2C8668742035}" type="presParOf" srcId="{B5BE8F59-37AA-8840-9993-D6DED100E874}" destId="{32DB3E46-8509-1E44-A66E-ACDF5176F2BC}" srcOrd="4" destOrd="0" presId="urn:microsoft.com/office/officeart/2005/8/layout/vProcess5"/>
    <dgm:cxn modelId="{31986668-67D8-6545-96CF-2DC855DA1D27}" type="presParOf" srcId="{B5BE8F59-37AA-8840-9993-D6DED100E874}" destId="{326131FE-B17E-2D4C-9E9E-26FCDE3F9373}" srcOrd="5" destOrd="0" presId="urn:microsoft.com/office/officeart/2005/8/layout/vProcess5"/>
    <dgm:cxn modelId="{0C840CA3-037E-7B49-B488-CEDA2EDB231F}" type="presParOf" srcId="{B5BE8F59-37AA-8840-9993-D6DED100E874}" destId="{84DD2053-2B08-344C-ABB1-41923070E9C7}" srcOrd="6" destOrd="0" presId="urn:microsoft.com/office/officeart/2005/8/layout/vProcess5"/>
    <dgm:cxn modelId="{8803F347-F26F-6D42-820F-D320A7DD9ABC}" type="presParOf" srcId="{B5BE8F59-37AA-8840-9993-D6DED100E874}" destId="{259F0EE1-5ED7-DD43-90CD-18522CC384DE}" srcOrd="7" destOrd="0" presId="urn:microsoft.com/office/officeart/2005/8/layout/vProcess5"/>
    <dgm:cxn modelId="{769F8004-01BC-924E-A4A3-633B3B11BF25}" type="presParOf" srcId="{B5BE8F59-37AA-8840-9993-D6DED100E874}" destId="{43E07974-F694-704E-8A43-BDAC17649D96}" srcOrd="8" destOrd="0" presId="urn:microsoft.com/office/officeart/2005/8/layout/vProcess5"/>
    <dgm:cxn modelId="{9C874AB0-AB6A-D14E-9422-345F4E1C7D4B}" type="presParOf" srcId="{B5BE8F59-37AA-8840-9993-D6DED100E874}" destId="{43B966F2-15A6-5845-8AD6-6EC6D7A94F43}" srcOrd="9" destOrd="0" presId="urn:microsoft.com/office/officeart/2005/8/layout/vProcess5"/>
    <dgm:cxn modelId="{A94EAEE2-249E-6B44-9450-05415826720F}" type="presParOf" srcId="{B5BE8F59-37AA-8840-9993-D6DED100E874}" destId="{37677F8E-65CA-3A45-80C5-39924C667C12}" srcOrd="10" destOrd="0" presId="urn:microsoft.com/office/officeart/2005/8/layout/vProcess5"/>
    <dgm:cxn modelId="{0D8E5F55-CBE3-7149-A3BD-E352447895F6}" type="presParOf" srcId="{B5BE8F59-37AA-8840-9993-D6DED100E874}" destId="{8E3E53E5-24D8-5B45-A711-9A9340A81864}" srcOrd="11" destOrd="0" presId="urn:microsoft.com/office/officeart/2005/8/layout/vProcess5"/>
    <dgm:cxn modelId="{6FB047B9-1ADE-BE46-AA0E-7D5794D4E25A}" type="presParOf" srcId="{B5BE8F59-37AA-8840-9993-D6DED100E874}" destId="{837E0A67-0FB1-CE49-B9C7-C4AE1C0BF200}" srcOrd="12" destOrd="0" presId="urn:microsoft.com/office/officeart/2005/8/layout/vProcess5"/>
    <dgm:cxn modelId="{81EBF2A6-6798-C14E-82C1-E8AEBEDE624D}" type="presParOf" srcId="{B5BE8F59-37AA-8840-9993-D6DED100E874}" destId="{15A64D97-0E13-1440-A3CA-4EBAB083E225}" srcOrd="13" destOrd="0" presId="urn:microsoft.com/office/officeart/2005/8/layout/vProcess5"/>
    <dgm:cxn modelId="{CB4D5FF7-664D-EB4C-93E7-A2B4C2300EFF}" type="presParOf" srcId="{B5BE8F59-37AA-8840-9993-D6DED100E874}" destId="{640194E5-3C5B-8240-BAB6-26ABB77784C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7836C9-FB1F-4A7A-97A8-6E95BE749757}"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B3720115-9C1B-4287-8CB8-B1F1077B63CB}">
      <dgm:prSet/>
      <dgm:spPr/>
      <dgm:t>
        <a:bodyPr/>
        <a:lstStyle/>
        <a:p>
          <a:pPr>
            <a:defRPr cap="all"/>
          </a:pPr>
          <a:r>
            <a:rPr lang="en-US" dirty="0"/>
            <a:t>✅ </a:t>
          </a:r>
          <a:r>
            <a:rPr lang="en-US" dirty="0">
              <a:solidFill>
                <a:schemeClr val="bg1"/>
              </a:solidFill>
            </a:rPr>
            <a:t>Importance of plants</a:t>
          </a:r>
        </a:p>
      </dgm:t>
    </dgm:pt>
    <dgm:pt modelId="{1F68AD69-2564-4836-AB1B-4E867AB769EB}" type="parTrans" cxnId="{9171B9E3-6F7C-49E4-B2E3-2497656A812F}">
      <dgm:prSet/>
      <dgm:spPr/>
      <dgm:t>
        <a:bodyPr/>
        <a:lstStyle/>
        <a:p>
          <a:endParaRPr lang="en-US"/>
        </a:p>
      </dgm:t>
    </dgm:pt>
    <dgm:pt modelId="{952F32C7-516B-4543-A0FC-E5B7BB5F6945}" type="sibTrans" cxnId="{9171B9E3-6F7C-49E4-B2E3-2497656A812F}">
      <dgm:prSet/>
      <dgm:spPr/>
      <dgm:t>
        <a:bodyPr/>
        <a:lstStyle/>
        <a:p>
          <a:endParaRPr lang="en-US"/>
        </a:p>
      </dgm:t>
    </dgm:pt>
    <dgm:pt modelId="{8E39AE31-B7AD-4814-B787-3D550F839194}">
      <dgm:prSet/>
      <dgm:spPr/>
      <dgm:t>
        <a:bodyPr/>
        <a:lstStyle/>
        <a:p>
          <a:pPr>
            <a:defRPr cap="all"/>
          </a:pPr>
          <a:r>
            <a:rPr lang="en-US" dirty="0"/>
            <a:t>✅ </a:t>
          </a:r>
          <a:r>
            <a:rPr lang="en-US" dirty="0">
              <a:solidFill>
                <a:schemeClr val="bg1"/>
              </a:solidFill>
            </a:rPr>
            <a:t>South African biodiversity</a:t>
          </a:r>
        </a:p>
      </dgm:t>
    </dgm:pt>
    <dgm:pt modelId="{55740D7A-D0B6-4771-84F5-8270863F20DD}" type="parTrans" cxnId="{2C7A4C47-40B5-4A5A-AD98-49FE86C3DED3}">
      <dgm:prSet/>
      <dgm:spPr/>
      <dgm:t>
        <a:bodyPr/>
        <a:lstStyle/>
        <a:p>
          <a:endParaRPr lang="en-US"/>
        </a:p>
      </dgm:t>
    </dgm:pt>
    <dgm:pt modelId="{D7AD1781-B5D4-428C-BD83-0D79B544370E}" type="sibTrans" cxnId="{2C7A4C47-40B5-4A5A-AD98-49FE86C3DED3}">
      <dgm:prSet/>
      <dgm:spPr/>
      <dgm:t>
        <a:bodyPr/>
        <a:lstStyle/>
        <a:p>
          <a:endParaRPr lang="en-US"/>
        </a:p>
      </dgm:t>
    </dgm:pt>
    <dgm:pt modelId="{2DE0104E-C576-401D-A093-0400A5D3DE07}">
      <dgm:prSet/>
      <dgm:spPr/>
      <dgm:t>
        <a:bodyPr/>
        <a:lstStyle/>
        <a:p>
          <a:pPr>
            <a:defRPr cap="all"/>
          </a:pPr>
          <a:r>
            <a:rPr lang="en-US" dirty="0"/>
            <a:t>✅ </a:t>
          </a:r>
          <a:r>
            <a:rPr lang="en-US" dirty="0">
              <a:solidFill>
                <a:schemeClr val="bg1"/>
              </a:solidFill>
            </a:rPr>
            <a:t>Plant adaptations</a:t>
          </a:r>
        </a:p>
      </dgm:t>
    </dgm:pt>
    <dgm:pt modelId="{FA665031-C3B1-424F-9A82-F23DB8319424}" type="parTrans" cxnId="{8EA51763-DDE0-4A0A-B120-1D605D817843}">
      <dgm:prSet/>
      <dgm:spPr/>
      <dgm:t>
        <a:bodyPr/>
        <a:lstStyle/>
        <a:p>
          <a:endParaRPr lang="en-US"/>
        </a:p>
      </dgm:t>
    </dgm:pt>
    <dgm:pt modelId="{48042CB3-6617-4BCA-866C-5C56FD40C4B1}" type="sibTrans" cxnId="{8EA51763-DDE0-4A0A-B120-1D605D817843}">
      <dgm:prSet/>
      <dgm:spPr/>
      <dgm:t>
        <a:bodyPr/>
        <a:lstStyle/>
        <a:p>
          <a:endParaRPr lang="en-US"/>
        </a:p>
      </dgm:t>
    </dgm:pt>
    <dgm:pt modelId="{D23F27AF-A99C-4C9D-9674-6D542E3CD00F}">
      <dgm:prSet/>
      <dgm:spPr/>
      <dgm:t>
        <a:bodyPr/>
        <a:lstStyle/>
        <a:p>
          <a:pPr>
            <a:defRPr cap="all"/>
          </a:pPr>
          <a:r>
            <a:rPr lang="en-US" dirty="0"/>
            <a:t>✅ </a:t>
          </a:r>
          <a:r>
            <a:rPr lang="en-US" dirty="0">
              <a:solidFill>
                <a:schemeClr val="bg1"/>
              </a:solidFill>
            </a:rPr>
            <a:t>Indigenous medicinal plants</a:t>
          </a:r>
        </a:p>
      </dgm:t>
    </dgm:pt>
    <dgm:pt modelId="{983E2A8B-E269-4F0F-939B-F6C183F958FF}" type="parTrans" cxnId="{5B4F9BD9-EC4D-49CC-932B-81D166F49AE5}">
      <dgm:prSet/>
      <dgm:spPr/>
      <dgm:t>
        <a:bodyPr/>
        <a:lstStyle/>
        <a:p>
          <a:endParaRPr lang="en-US"/>
        </a:p>
      </dgm:t>
    </dgm:pt>
    <dgm:pt modelId="{88F53A4E-3AEA-4337-A87B-D21AC9E26498}" type="sibTrans" cxnId="{5B4F9BD9-EC4D-49CC-932B-81D166F49AE5}">
      <dgm:prSet/>
      <dgm:spPr/>
      <dgm:t>
        <a:bodyPr/>
        <a:lstStyle/>
        <a:p>
          <a:endParaRPr lang="en-US"/>
        </a:p>
      </dgm:t>
    </dgm:pt>
    <dgm:pt modelId="{96361215-194D-4807-A9A9-7E33528475F9}">
      <dgm:prSet/>
      <dgm:spPr/>
      <dgm:t>
        <a:bodyPr/>
        <a:lstStyle/>
        <a:p>
          <a:pPr>
            <a:defRPr cap="all"/>
          </a:pPr>
          <a:r>
            <a:rPr lang="en-US" dirty="0">
              <a:solidFill>
                <a:schemeClr val="bg1"/>
              </a:solidFill>
            </a:rPr>
            <a:t>✅ Conservation</a:t>
          </a:r>
        </a:p>
      </dgm:t>
    </dgm:pt>
    <dgm:pt modelId="{D98BBF2D-F70A-4A35-9806-B9E0BDE5B915}" type="parTrans" cxnId="{7026D2D5-9F8B-4E23-975E-4B2CE703004B}">
      <dgm:prSet/>
      <dgm:spPr/>
      <dgm:t>
        <a:bodyPr/>
        <a:lstStyle/>
        <a:p>
          <a:endParaRPr lang="en-US"/>
        </a:p>
      </dgm:t>
    </dgm:pt>
    <dgm:pt modelId="{0E03CCBD-774D-4FEA-B1E8-E359A054EFA0}" type="sibTrans" cxnId="{7026D2D5-9F8B-4E23-975E-4B2CE703004B}">
      <dgm:prSet/>
      <dgm:spPr/>
      <dgm:t>
        <a:bodyPr/>
        <a:lstStyle/>
        <a:p>
          <a:endParaRPr lang="en-US"/>
        </a:p>
      </dgm:t>
    </dgm:pt>
    <dgm:pt modelId="{B2DD961E-CFAC-41C2-A7F5-5DBDB135068E}">
      <dgm:prSet/>
      <dgm:spPr/>
      <dgm:t>
        <a:bodyPr/>
        <a:lstStyle/>
        <a:p>
          <a:pPr>
            <a:defRPr cap="all"/>
          </a:pPr>
          <a:r>
            <a:rPr lang="en-US" dirty="0"/>
            <a:t>✅ </a:t>
          </a:r>
          <a:r>
            <a:rPr lang="en-US" dirty="0">
              <a:solidFill>
                <a:schemeClr val="bg1"/>
              </a:solidFill>
            </a:rPr>
            <a:t>Plant nutrition</a:t>
          </a:r>
        </a:p>
      </dgm:t>
    </dgm:pt>
    <dgm:pt modelId="{6A753EFA-7D06-4594-B0DE-7898CD8B59A4}" type="parTrans" cxnId="{2562F8F0-DB24-4DCC-8D92-3C4F6E37ED24}">
      <dgm:prSet/>
      <dgm:spPr/>
      <dgm:t>
        <a:bodyPr/>
        <a:lstStyle/>
        <a:p>
          <a:endParaRPr lang="en-US"/>
        </a:p>
      </dgm:t>
    </dgm:pt>
    <dgm:pt modelId="{ECB7757C-6F22-457D-AA8A-6573C597E37F}" type="sibTrans" cxnId="{2562F8F0-DB24-4DCC-8D92-3C4F6E37ED24}">
      <dgm:prSet/>
      <dgm:spPr/>
      <dgm:t>
        <a:bodyPr/>
        <a:lstStyle/>
        <a:p>
          <a:endParaRPr lang="en-US"/>
        </a:p>
      </dgm:t>
    </dgm:pt>
    <dgm:pt modelId="{231C1766-2B2D-4D50-BE82-012EDB82EE35}">
      <dgm:prSet/>
      <dgm:spPr/>
      <dgm:t>
        <a:bodyPr/>
        <a:lstStyle/>
        <a:p>
          <a:pPr>
            <a:defRPr cap="all"/>
          </a:pPr>
          <a:r>
            <a:rPr lang="en-US" dirty="0">
              <a:solidFill>
                <a:schemeClr val="bg1"/>
              </a:solidFill>
            </a:rPr>
            <a:t>Thank you for exploring!</a:t>
          </a:r>
        </a:p>
      </dgm:t>
    </dgm:pt>
    <dgm:pt modelId="{0FCB0BCD-CCE5-4B04-9E34-B6328D11710C}" type="parTrans" cxnId="{B8757157-B884-41E4-B617-167F738A0BDC}">
      <dgm:prSet/>
      <dgm:spPr/>
      <dgm:t>
        <a:bodyPr/>
        <a:lstStyle/>
        <a:p>
          <a:endParaRPr lang="en-US"/>
        </a:p>
      </dgm:t>
    </dgm:pt>
    <dgm:pt modelId="{5A40D91D-BDA7-4EB2-A4B6-1E7E21D7B99F}" type="sibTrans" cxnId="{B8757157-B884-41E4-B617-167F738A0BDC}">
      <dgm:prSet/>
      <dgm:spPr/>
      <dgm:t>
        <a:bodyPr/>
        <a:lstStyle/>
        <a:p>
          <a:endParaRPr lang="en-US"/>
        </a:p>
      </dgm:t>
    </dgm:pt>
    <dgm:pt modelId="{031488F3-D101-4110-BF67-3A347CD9E16E}" type="pres">
      <dgm:prSet presAssocID="{6A7836C9-FB1F-4A7A-97A8-6E95BE749757}" presName="root" presStyleCnt="0">
        <dgm:presLayoutVars>
          <dgm:dir/>
          <dgm:resizeHandles val="exact"/>
        </dgm:presLayoutVars>
      </dgm:prSet>
      <dgm:spPr/>
    </dgm:pt>
    <dgm:pt modelId="{1A059E1C-0392-47D8-8518-049C4FA501AB}" type="pres">
      <dgm:prSet presAssocID="{B3720115-9C1B-4287-8CB8-B1F1077B63CB}" presName="compNode" presStyleCnt="0"/>
      <dgm:spPr/>
    </dgm:pt>
    <dgm:pt modelId="{482DFAE9-10DA-4754-9F01-8F710B955CA7}" type="pres">
      <dgm:prSet presAssocID="{B3720115-9C1B-4287-8CB8-B1F1077B63CB}" presName="iconBgRect" presStyleLbl="bgShp" presStyleIdx="0" presStyleCnt="7"/>
      <dgm:spPr/>
    </dgm:pt>
    <dgm:pt modelId="{79D0C831-B089-454A-8184-9B3CE5E45C7B}" type="pres">
      <dgm:prSet presAssocID="{B3720115-9C1B-4287-8CB8-B1F1077B63CB}"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ower"/>
        </a:ext>
      </dgm:extLst>
    </dgm:pt>
    <dgm:pt modelId="{E34F9658-0A8F-43A9-AC2E-D1434AB1B9E6}" type="pres">
      <dgm:prSet presAssocID="{B3720115-9C1B-4287-8CB8-B1F1077B63CB}" presName="spaceRect" presStyleCnt="0"/>
      <dgm:spPr/>
    </dgm:pt>
    <dgm:pt modelId="{13203746-8B58-4CE3-AC3A-BD0A1E203AB0}" type="pres">
      <dgm:prSet presAssocID="{B3720115-9C1B-4287-8CB8-B1F1077B63CB}" presName="textRect" presStyleLbl="revTx" presStyleIdx="0" presStyleCnt="7">
        <dgm:presLayoutVars>
          <dgm:chMax val="1"/>
          <dgm:chPref val="1"/>
        </dgm:presLayoutVars>
      </dgm:prSet>
      <dgm:spPr/>
    </dgm:pt>
    <dgm:pt modelId="{D5B33599-EF8C-4B9C-A9BC-DD8988EFB882}" type="pres">
      <dgm:prSet presAssocID="{952F32C7-516B-4543-A0FC-E5B7BB5F6945}" presName="sibTrans" presStyleCnt="0"/>
      <dgm:spPr/>
    </dgm:pt>
    <dgm:pt modelId="{FA4F96A4-84D2-49BD-8362-C10A58CDB761}" type="pres">
      <dgm:prSet presAssocID="{8E39AE31-B7AD-4814-B787-3D550F839194}" presName="compNode" presStyleCnt="0"/>
      <dgm:spPr/>
    </dgm:pt>
    <dgm:pt modelId="{77EFC3A5-1659-4058-9882-E0FEDCFE8D82}" type="pres">
      <dgm:prSet presAssocID="{8E39AE31-B7AD-4814-B787-3D550F839194}" presName="iconBgRect" presStyleLbl="bgShp" presStyleIdx="1" presStyleCnt="7"/>
      <dgm:spPr/>
    </dgm:pt>
    <dgm:pt modelId="{5C7C94CE-DDAD-49FB-AC29-08F9E3855FB6}" type="pres">
      <dgm:prSet presAssocID="{8E39AE31-B7AD-4814-B787-3D550F839194}"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93F49124-AE0A-4294-871B-7DB24FF52111}" type="pres">
      <dgm:prSet presAssocID="{8E39AE31-B7AD-4814-B787-3D550F839194}" presName="spaceRect" presStyleCnt="0"/>
      <dgm:spPr/>
    </dgm:pt>
    <dgm:pt modelId="{C783A36C-0803-455B-A17C-61901F827240}" type="pres">
      <dgm:prSet presAssocID="{8E39AE31-B7AD-4814-B787-3D550F839194}" presName="textRect" presStyleLbl="revTx" presStyleIdx="1" presStyleCnt="7">
        <dgm:presLayoutVars>
          <dgm:chMax val="1"/>
          <dgm:chPref val="1"/>
        </dgm:presLayoutVars>
      </dgm:prSet>
      <dgm:spPr/>
    </dgm:pt>
    <dgm:pt modelId="{F1928CB8-C42B-407D-B573-AB3BEE5E2927}" type="pres">
      <dgm:prSet presAssocID="{D7AD1781-B5D4-428C-BD83-0D79B544370E}" presName="sibTrans" presStyleCnt="0"/>
      <dgm:spPr/>
    </dgm:pt>
    <dgm:pt modelId="{27D7E7C7-FDEB-4127-A5D8-BEA8723314EE}" type="pres">
      <dgm:prSet presAssocID="{2DE0104E-C576-401D-A093-0400A5D3DE07}" presName="compNode" presStyleCnt="0"/>
      <dgm:spPr/>
    </dgm:pt>
    <dgm:pt modelId="{DACD25F9-CB59-4BE1-BAB6-63E31D1665A4}" type="pres">
      <dgm:prSet presAssocID="{2DE0104E-C576-401D-A093-0400A5D3DE07}" presName="iconBgRect" presStyleLbl="bgShp" presStyleIdx="2" presStyleCnt="7"/>
      <dgm:spPr/>
    </dgm:pt>
    <dgm:pt modelId="{9D72D923-CF58-4E06-838B-94ADE6DCD934}" type="pres">
      <dgm:prSet presAssocID="{2DE0104E-C576-401D-A093-0400A5D3DE07}"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lant"/>
        </a:ext>
      </dgm:extLst>
    </dgm:pt>
    <dgm:pt modelId="{B2BC01F3-C1CE-4A50-8C3A-732CE46204C8}" type="pres">
      <dgm:prSet presAssocID="{2DE0104E-C576-401D-A093-0400A5D3DE07}" presName="spaceRect" presStyleCnt="0"/>
      <dgm:spPr/>
    </dgm:pt>
    <dgm:pt modelId="{E53EB2F2-DD89-47D3-99A1-64CF54D5BB64}" type="pres">
      <dgm:prSet presAssocID="{2DE0104E-C576-401D-A093-0400A5D3DE07}" presName="textRect" presStyleLbl="revTx" presStyleIdx="2" presStyleCnt="7">
        <dgm:presLayoutVars>
          <dgm:chMax val="1"/>
          <dgm:chPref val="1"/>
        </dgm:presLayoutVars>
      </dgm:prSet>
      <dgm:spPr/>
    </dgm:pt>
    <dgm:pt modelId="{4030FB22-A9F0-4615-9C2B-CF0817C9B6A3}" type="pres">
      <dgm:prSet presAssocID="{48042CB3-6617-4BCA-866C-5C56FD40C4B1}" presName="sibTrans" presStyleCnt="0"/>
      <dgm:spPr/>
    </dgm:pt>
    <dgm:pt modelId="{4A78DBDF-142A-48A5-B4AD-724CF0AC3272}" type="pres">
      <dgm:prSet presAssocID="{D23F27AF-A99C-4C9D-9674-6D542E3CD00F}" presName="compNode" presStyleCnt="0"/>
      <dgm:spPr/>
    </dgm:pt>
    <dgm:pt modelId="{DBF02A72-6D04-4899-9332-0D4F836AFAA2}" type="pres">
      <dgm:prSet presAssocID="{D23F27AF-A99C-4C9D-9674-6D542E3CD00F}" presName="iconBgRect" presStyleLbl="bgShp" presStyleIdx="3" presStyleCnt="7"/>
      <dgm:spPr/>
    </dgm:pt>
    <dgm:pt modelId="{C9322211-4E18-4417-B6D7-9DF77890295A}" type="pres">
      <dgm:prSet presAssocID="{D23F27AF-A99C-4C9D-9674-6D542E3CD00F}"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er in pot"/>
        </a:ext>
      </dgm:extLst>
    </dgm:pt>
    <dgm:pt modelId="{AD560984-B01B-4300-BA1F-84F311A6EB57}" type="pres">
      <dgm:prSet presAssocID="{D23F27AF-A99C-4C9D-9674-6D542E3CD00F}" presName="spaceRect" presStyleCnt="0"/>
      <dgm:spPr/>
    </dgm:pt>
    <dgm:pt modelId="{4BE70D92-3E84-457A-A302-9C5F9DA58B1D}" type="pres">
      <dgm:prSet presAssocID="{D23F27AF-A99C-4C9D-9674-6D542E3CD00F}" presName="textRect" presStyleLbl="revTx" presStyleIdx="3" presStyleCnt="7">
        <dgm:presLayoutVars>
          <dgm:chMax val="1"/>
          <dgm:chPref val="1"/>
        </dgm:presLayoutVars>
      </dgm:prSet>
      <dgm:spPr/>
    </dgm:pt>
    <dgm:pt modelId="{D6A17AB4-4FF5-44FB-8170-AC2D438835A3}" type="pres">
      <dgm:prSet presAssocID="{88F53A4E-3AEA-4337-A87B-D21AC9E26498}" presName="sibTrans" presStyleCnt="0"/>
      <dgm:spPr/>
    </dgm:pt>
    <dgm:pt modelId="{58F51FC1-C572-4CE0-8743-BF09B8D29F87}" type="pres">
      <dgm:prSet presAssocID="{96361215-194D-4807-A9A9-7E33528475F9}" presName="compNode" presStyleCnt="0"/>
      <dgm:spPr/>
    </dgm:pt>
    <dgm:pt modelId="{5ED9EA9C-ADCF-4CE5-8A19-3387AEB4D0B6}" type="pres">
      <dgm:prSet presAssocID="{96361215-194D-4807-A9A9-7E33528475F9}" presName="iconBgRect" presStyleLbl="bgShp" presStyleIdx="4" presStyleCnt="7"/>
      <dgm:spPr/>
    </dgm:pt>
    <dgm:pt modelId="{5DC13BAC-3592-4382-AF1C-04B4E965028A}" type="pres">
      <dgm:prSet presAssocID="{96361215-194D-4807-A9A9-7E33528475F9}"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4EC36A56-9AA3-45E5-9056-C1AC3CB3EC3F}" type="pres">
      <dgm:prSet presAssocID="{96361215-194D-4807-A9A9-7E33528475F9}" presName="spaceRect" presStyleCnt="0"/>
      <dgm:spPr/>
    </dgm:pt>
    <dgm:pt modelId="{FEC1E735-4AC4-4D26-A95E-E5DEA3AC9551}" type="pres">
      <dgm:prSet presAssocID="{96361215-194D-4807-A9A9-7E33528475F9}" presName="textRect" presStyleLbl="revTx" presStyleIdx="4" presStyleCnt="7">
        <dgm:presLayoutVars>
          <dgm:chMax val="1"/>
          <dgm:chPref val="1"/>
        </dgm:presLayoutVars>
      </dgm:prSet>
      <dgm:spPr/>
    </dgm:pt>
    <dgm:pt modelId="{18EEF2CB-BC7B-4EA6-A45C-C99EB3FC993D}" type="pres">
      <dgm:prSet presAssocID="{0E03CCBD-774D-4FEA-B1E8-E359A054EFA0}" presName="sibTrans" presStyleCnt="0"/>
      <dgm:spPr/>
    </dgm:pt>
    <dgm:pt modelId="{39A3190C-7D2C-4BDD-8135-AE44C3624DBE}" type="pres">
      <dgm:prSet presAssocID="{B2DD961E-CFAC-41C2-A7F5-5DBDB135068E}" presName="compNode" presStyleCnt="0"/>
      <dgm:spPr/>
    </dgm:pt>
    <dgm:pt modelId="{1C330CA8-E9B9-4F3B-BF79-321D65C86496}" type="pres">
      <dgm:prSet presAssocID="{B2DD961E-CFAC-41C2-A7F5-5DBDB135068E}" presName="iconBgRect" presStyleLbl="bgShp" presStyleIdx="5" presStyleCnt="7"/>
      <dgm:spPr/>
    </dgm:pt>
    <dgm:pt modelId="{1C550834-BF2F-4CC0-BDF1-1D4D4006388A}" type="pres">
      <dgm:prSet presAssocID="{B2DD961E-CFAC-41C2-A7F5-5DBDB135068E}"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pple"/>
        </a:ext>
      </dgm:extLst>
    </dgm:pt>
    <dgm:pt modelId="{4D170B7B-CCB7-4D45-A8B5-6753416B7F4B}" type="pres">
      <dgm:prSet presAssocID="{B2DD961E-CFAC-41C2-A7F5-5DBDB135068E}" presName="spaceRect" presStyleCnt="0"/>
      <dgm:spPr/>
    </dgm:pt>
    <dgm:pt modelId="{72C3AFFA-6B76-4250-AC52-766F7EFD25EA}" type="pres">
      <dgm:prSet presAssocID="{B2DD961E-CFAC-41C2-A7F5-5DBDB135068E}" presName="textRect" presStyleLbl="revTx" presStyleIdx="5" presStyleCnt="7">
        <dgm:presLayoutVars>
          <dgm:chMax val="1"/>
          <dgm:chPref val="1"/>
        </dgm:presLayoutVars>
      </dgm:prSet>
      <dgm:spPr/>
    </dgm:pt>
    <dgm:pt modelId="{AC9AFE43-38BF-4704-80D2-8D6E788ACC43}" type="pres">
      <dgm:prSet presAssocID="{ECB7757C-6F22-457D-AA8A-6573C597E37F}" presName="sibTrans" presStyleCnt="0"/>
      <dgm:spPr/>
    </dgm:pt>
    <dgm:pt modelId="{8243DB9D-0F12-4A95-938C-1715EAB40F7C}" type="pres">
      <dgm:prSet presAssocID="{231C1766-2B2D-4D50-BE82-012EDB82EE35}" presName="compNode" presStyleCnt="0"/>
      <dgm:spPr/>
    </dgm:pt>
    <dgm:pt modelId="{F9F2B9B5-47A3-4C67-9EA4-19D411B54341}" type="pres">
      <dgm:prSet presAssocID="{231C1766-2B2D-4D50-BE82-012EDB82EE35}" presName="iconBgRect" presStyleLbl="bgShp" presStyleIdx="6" presStyleCnt="7"/>
      <dgm:spPr/>
    </dgm:pt>
    <dgm:pt modelId="{BDAC2E0E-BF27-4736-AA16-FE5FAC343581}" type="pres">
      <dgm:prSet presAssocID="{231C1766-2B2D-4D50-BE82-012EDB82EE35}"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ustomer Review"/>
        </a:ext>
      </dgm:extLst>
    </dgm:pt>
    <dgm:pt modelId="{7EA8D917-56D0-4D88-A157-00CB8D3DBD1F}" type="pres">
      <dgm:prSet presAssocID="{231C1766-2B2D-4D50-BE82-012EDB82EE35}" presName="spaceRect" presStyleCnt="0"/>
      <dgm:spPr/>
    </dgm:pt>
    <dgm:pt modelId="{D40753ED-62FD-4A2D-8FDB-31DFE8F4C541}" type="pres">
      <dgm:prSet presAssocID="{231C1766-2B2D-4D50-BE82-012EDB82EE35}" presName="textRect" presStyleLbl="revTx" presStyleIdx="6" presStyleCnt="7">
        <dgm:presLayoutVars>
          <dgm:chMax val="1"/>
          <dgm:chPref val="1"/>
        </dgm:presLayoutVars>
      </dgm:prSet>
      <dgm:spPr/>
    </dgm:pt>
  </dgm:ptLst>
  <dgm:cxnLst>
    <dgm:cxn modelId="{D7F2B415-B9AF-4DA8-9305-FA6B514F89A7}" type="presOf" srcId="{D23F27AF-A99C-4C9D-9674-6D542E3CD00F}" destId="{4BE70D92-3E84-457A-A302-9C5F9DA58B1D}" srcOrd="0" destOrd="0" presId="urn:microsoft.com/office/officeart/2018/5/layout/IconCircleLabelList"/>
    <dgm:cxn modelId="{FA55AA3E-3BFD-41CB-A014-69833B7DD091}" type="presOf" srcId="{96361215-194D-4807-A9A9-7E33528475F9}" destId="{FEC1E735-4AC4-4D26-A95E-E5DEA3AC9551}" srcOrd="0" destOrd="0" presId="urn:microsoft.com/office/officeart/2018/5/layout/IconCircleLabelList"/>
    <dgm:cxn modelId="{2C7A4C47-40B5-4A5A-AD98-49FE86C3DED3}" srcId="{6A7836C9-FB1F-4A7A-97A8-6E95BE749757}" destId="{8E39AE31-B7AD-4814-B787-3D550F839194}" srcOrd="1" destOrd="0" parTransId="{55740D7A-D0B6-4771-84F5-8270863F20DD}" sibTransId="{D7AD1781-B5D4-428C-BD83-0D79B544370E}"/>
    <dgm:cxn modelId="{B8757157-B884-41E4-B617-167F738A0BDC}" srcId="{6A7836C9-FB1F-4A7A-97A8-6E95BE749757}" destId="{231C1766-2B2D-4D50-BE82-012EDB82EE35}" srcOrd="6" destOrd="0" parTransId="{0FCB0BCD-CCE5-4B04-9E34-B6328D11710C}" sibTransId="{5A40D91D-BDA7-4EB2-A4B6-1E7E21D7B99F}"/>
    <dgm:cxn modelId="{8EA51763-DDE0-4A0A-B120-1D605D817843}" srcId="{6A7836C9-FB1F-4A7A-97A8-6E95BE749757}" destId="{2DE0104E-C576-401D-A093-0400A5D3DE07}" srcOrd="2" destOrd="0" parTransId="{FA665031-C3B1-424F-9A82-F23DB8319424}" sibTransId="{48042CB3-6617-4BCA-866C-5C56FD40C4B1}"/>
    <dgm:cxn modelId="{B3A4217F-7D04-44C4-BE3A-4887E9B53CE3}" type="presOf" srcId="{6A7836C9-FB1F-4A7A-97A8-6E95BE749757}" destId="{031488F3-D101-4110-BF67-3A347CD9E16E}" srcOrd="0" destOrd="0" presId="urn:microsoft.com/office/officeart/2018/5/layout/IconCircleLabelList"/>
    <dgm:cxn modelId="{2E65BB93-3742-414E-8B12-F74431AA021D}" type="presOf" srcId="{8E39AE31-B7AD-4814-B787-3D550F839194}" destId="{C783A36C-0803-455B-A17C-61901F827240}" srcOrd="0" destOrd="0" presId="urn:microsoft.com/office/officeart/2018/5/layout/IconCircleLabelList"/>
    <dgm:cxn modelId="{B98678C0-A15D-4E34-9199-9CE32B3C72C7}" type="presOf" srcId="{231C1766-2B2D-4D50-BE82-012EDB82EE35}" destId="{D40753ED-62FD-4A2D-8FDB-31DFE8F4C541}" srcOrd="0" destOrd="0" presId="urn:microsoft.com/office/officeart/2018/5/layout/IconCircleLabelList"/>
    <dgm:cxn modelId="{45EF15CC-23B8-429C-8BD5-D19C973C727C}" type="presOf" srcId="{2DE0104E-C576-401D-A093-0400A5D3DE07}" destId="{E53EB2F2-DD89-47D3-99A1-64CF54D5BB64}" srcOrd="0" destOrd="0" presId="urn:microsoft.com/office/officeart/2018/5/layout/IconCircleLabelList"/>
    <dgm:cxn modelId="{E7CEE8CC-801F-4989-BC4D-4D7DCD53090D}" type="presOf" srcId="{B3720115-9C1B-4287-8CB8-B1F1077B63CB}" destId="{13203746-8B58-4CE3-AC3A-BD0A1E203AB0}" srcOrd="0" destOrd="0" presId="urn:microsoft.com/office/officeart/2018/5/layout/IconCircleLabelList"/>
    <dgm:cxn modelId="{7026D2D5-9F8B-4E23-975E-4B2CE703004B}" srcId="{6A7836C9-FB1F-4A7A-97A8-6E95BE749757}" destId="{96361215-194D-4807-A9A9-7E33528475F9}" srcOrd="4" destOrd="0" parTransId="{D98BBF2D-F70A-4A35-9806-B9E0BDE5B915}" sibTransId="{0E03CCBD-774D-4FEA-B1E8-E359A054EFA0}"/>
    <dgm:cxn modelId="{5B4F9BD9-EC4D-49CC-932B-81D166F49AE5}" srcId="{6A7836C9-FB1F-4A7A-97A8-6E95BE749757}" destId="{D23F27AF-A99C-4C9D-9674-6D542E3CD00F}" srcOrd="3" destOrd="0" parTransId="{983E2A8B-E269-4F0F-939B-F6C183F958FF}" sibTransId="{88F53A4E-3AEA-4337-A87B-D21AC9E26498}"/>
    <dgm:cxn modelId="{11CFD4DC-2999-455C-B0D7-2195AC13FA85}" type="presOf" srcId="{B2DD961E-CFAC-41C2-A7F5-5DBDB135068E}" destId="{72C3AFFA-6B76-4250-AC52-766F7EFD25EA}" srcOrd="0" destOrd="0" presId="urn:microsoft.com/office/officeart/2018/5/layout/IconCircleLabelList"/>
    <dgm:cxn modelId="{9171B9E3-6F7C-49E4-B2E3-2497656A812F}" srcId="{6A7836C9-FB1F-4A7A-97A8-6E95BE749757}" destId="{B3720115-9C1B-4287-8CB8-B1F1077B63CB}" srcOrd="0" destOrd="0" parTransId="{1F68AD69-2564-4836-AB1B-4E867AB769EB}" sibTransId="{952F32C7-516B-4543-A0FC-E5B7BB5F6945}"/>
    <dgm:cxn modelId="{2562F8F0-DB24-4DCC-8D92-3C4F6E37ED24}" srcId="{6A7836C9-FB1F-4A7A-97A8-6E95BE749757}" destId="{B2DD961E-CFAC-41C2-A7F5-5DBDB135068E}" srcOrd="5" destOrd="0" parTransId="{6A753EFA-7D06-4594-B0DE-7898CD8B59A4}" sibTransId="{ECB7757C-6F22-457D-AA8A-6573C597E37F}"/>
    <dgm:cxn modelId="{ACEB7614-CC12-4587-9D87-CE30274DBBAC}" type="presParOf" srcId="{031488F3-D101-4110-BF67-3A347CD9E16E}" destId="{1A059E1C-0392-47D8-8518-049C4FA501AB}" srcOrd="0" destOrd="0" presId="urn:microsoft.com/office/officeart/2018/5/layout/IconCircleLabelList"/>
    <dgm:cxn modelId="{193E589C-620E-4B61-A534-18073596EE88}" type="presParOf" srcId="{1A059E1C-0392-47D8-8518-049C4FA501AB}" destId="{482DFAE9-10DA-4754-9F01-8F710B955CA7}" srcOrd="0" destOrd="0" presId="urn:microsoft.com/office/officeart/2018/5/layout/IconCircleLabelList"/>
    <dgm:cxn modelId="{7B6455FB-C62A-4013-A42A-A2856B8876B4}" type="presParOf" srcId="{1A059E1C-0392-47D8-8518-049C4FA501AB}" destId="{79D0C831-B089-454A-8184-9B3CE5E45C7B}" srcOrd="1" destOrd="0" presId="urn:microsoft.com/office/officeart/2018/5/layout/IconCircleLabelList"/>
    <dgm:cxn modelId="{EDA5741C-8D6A-4955-8950-CE0BA849C432}" type="presParOf" srcId="{1A059E1C-0392-47D8-8518-049C4FA501AB}" destId="{E34F9658-0A8F-43A9-AC2E-D1434AB1B9E6}" srcOrd="2" destOrd="0" presId="urn:microsoft.com/office/officeart/2018/5/layout/IconCircleLabelList"/>
    <dgm:cxn modelId="{9332D6EC-08B8-47E1-8603-A429AF14652F}" type="presParOf" srcId="{1A059E1C-0392-47D8-8518-049C4FA501AB}" destId="{13203746-8B58-4CE3-AC3A-BD0A1E203AB0}" srcOrd="3" destOrd="0" presId="urn:microsoft.com/office/officeart/2018/5/layout/IconCircleLabelList"/>
    <dgm:cxn modelId="{D3C145AB-1A53-43EF-9569-5BD221BC8563}" type="presParOf" srcId="{031488F3-D101-4110-BF67-3A347CD9E16E}" destId="{D5B33599-EF8C-4B9C-A9BC-DD8988EFB882}" srcOrd="1" destOrd="0" presId="urn:microsoft.com/office/officeart/2018/5/layout/IconCircleLabelList"/>
    <dgm:cxn modelId="{0FBEDAF8-7200-44CB-9FBA-6C3614DBBFB0}" type="presParOf" srcId="{031488F3-D101-4110-BF67-3A347CD9E16E}" destId="{FA4F96A4-84D2-49BD-8362-C10A58CDB761}" srcOrd="2" destOrd="0" presId="urn:microsoft.com/office/officeart/2018/5/layout/IconCircleLabelList"/>
    <dgm:cxn modelId="{CC7EEDB6-06B0-4D01-9F2E-5D8FD705130E}" type="presParOf" srcId="{FA4F96A4-84D2-49BD-8362-C10A58CDB761}" destId="{77EFC3A5-1659-4058-9882-E0FEDCFE8D82}" srcOrd="0" destOrd="0" presId="urn:microsoft.com/office/officeart/2018/5/layout/IconCircleLabelList"/>
    <dgm:cxn modelId="{C44DEDAA-AF19-46E7-85C0-CBB0206ACF13}" type="presParOf" srcId="{FA4F96A4-84D2-49BD-8362-C10A58CDB761}" destId="{5C7C94CE-DDAD-49FB-AC29-08F9E3855FB6}" srcOrd="1" destOrd="0" presId="urn:microsoft.com/office/officeart/2018/5/layout/IconCircleLabelList"/>
    <dgm:cxn modelId="{0A95F840-97AF-4B3D-94B1-A8316E0B21E6}" type="presParOf" srcId="{FA4F96A4-84D2-49BD-8362-C10A58CDB761}" destId="{93F49124-AE0A-4294-871B-7DB24FF52111}" srcOrd="2" destOrd="0" presId="urn:microsoft.com/office/officeart/2018/5/layout/IconCircleLabelList"/>
    <dgm:cxn modelId="{E20B5643-2E52-4041-9B99-AAEB095CD585}" type="presParOf" srcId="{FA4F96A4-84D2-49BD-8362-C10A58CDB761}" destId="{C783A36C-0803-455B-A17C-61901F827240}" srcOrd="3" destOrd="0" presId="urn:microsoft.com/office/officeart/2018/5/layout/IconCircleLabelList"/>
    <dgm:cxn modelId="{07C8F8ED-F3BF-4BF8-925B-339ADF4FF561}" type="presParOf" srcId="{031488F3-D101-4110-BF67-3A347CD9E16E}" destId="{F1928CB8-C42B-407D-B573-AB3BEE5E2927}" srcOrd="3" destOrd="0" presId="urn:microsoft.com/office/officeart/2018/5/layout/IconCircleLabelList"/>
    <dgm:cxn modelId="{E2CCFF33-2E1E-4986-8EDF-E4122251FE77}" type="presParOf" srcId="{031488F3-D101-4110-BF67-3A347CD9E16E}" destId="{27D7E7C7-FDEB-4127-A5D8-BEA8723314EE}" srcOrd="4" destOrd="0" presId="urn:microsoft.com/office/officeart/2018/5/layout/IconCircleLabelList"/>
    <dgm:cxn modelId="{74869743-80C6-426C-9F60-F25F1EC1BB83}" type="presParOf" srcId="{27D7E7C7-FDEB-4127-A5D8-BEA8723314EE}" destId="{DACD25F9-CB59-4BE1-BAB6-63E31D1665A4}" srcOrd="0" destOrd="0" presId="urn:microsoft.com/office/officeart/2018/5/layout/IconCircleLabelList"/>
    <dgm:cxn modelId="{611ADE26-B83E-46DB-B3E4-739E1022C249}" type="presParOf" srcId="{27D7E7C7-FDEB-4127-A5D8-BEA8723314EE}" destId="{9D72D923-CF58-4E06-838B-94ADE6DCD934}" srcOrd="1" destOrd="0" presId="urn:microsoft.com/office/officeart/2018/5/layout/IconCircleLabelList"/>
    <dgm:cxn modelId="{4DFD7E5E-7A52-4711-BDB6-F4494D8B0E83}" type="presParOf" srcId="{27D7E7C7-FDEB-4127-A5D8-BEA8723314EE}" destId="{B2BC01F3-C1CE-4A50-8C3A-732CE46204C8}" srcOrd="2" destOrd="0" presId="urn:microsoft.com/office/officeart/2018/5/layout/IconCircleLabelList"/>
    <dgm:cxn modelId="{68D4D388-4BF7-4896-A378-14774C58C322}" type="presParOf" srcId="{27D7E7C7-FDEB-4127-A5D8-BEA8723314EE}" destId="{E53EB2F2-DD89-47D3-99A1-64CF54D5BB64}" srcOrd="3" destOrd="0" presId="urn:microsoft.com/office/officeart/2018/5/layout/IconCircleLabelList"/>
    <dgm:cxn modelId="{3574B897-C34E-44D5-87BF-4F036415DB37}" type="presParOf" srcId="{031488F3-D101-4110-BF67-3A347CD9E16E}" destId="{4030FB22-A9F0-4615-9C2B-CF0817C9B6A3}" srcOrd="5" destOrd="0" presId="urn:microsoft.com/office/officeart/2018/5/layout/IconCircleLabelList"/>
    <dgm:cxn modelId="{9E5A0EFC-2545-4BC7-8623-CE45AFB09441}" type="presParOf" srcId="{031488F3-D101-4110-BF67-3A347CD9E16E}" destId="{4A78DBDF-142A-48A5-B4AD-724CF0AC3272}" srcOrd="6" destOrd="0" presId="urn:microsoft.com/office/officeart/2018/5/layout/IconCircleLabelList"/>
    <dgm:cxn modelId="{9FF775BD-7B77-444F-8600-E709EF3C992C}" type="presParOf" srcId="{4A78DBDF-142A-48A5-B4AD-724CF0AC3272}" destId="{DBF02A72-6D04-4899-9332-0D4F836AFAA2}" srcOrd="0" destOrd="0" presId="urn:microsoft.com/office/officeart/2018/5/layout/IconCircleLabelList"/>
    <dgm:cxn modelId="{4F990310-3F48-4A8B-92AE-0C86BA62314B}" type="presParOf" srcId="{4A78DBDF-142A-48A5-B4AD-724CF0AC3272}" destId="{C9322211-4E18-4417-B6D7-9DF77890295A}" srcOrd="1" destOrd="0" presId="urn:microsoft.com/office/officeart/2018/5/layout/IconCircleLabelList"/>
    <dgm:cxn modelId="{B773ECD9-C572-4970-816F-95854B742C4B}" type="presParOf" srcId="{4A78DBDF-142A-48A5-B4AD-724CF0AC3272}" destId="{AD560984-B01B-4300-BA1F-84F311A6EB57}" srcOrd="2" destOrd="0" presId="urn:microsoft.com/office/officeart/2018/5/layout/IconCircleLabelList"/>
    <dgm:cxn modelId="{E6BCAE7A-2174-41F8-8557-E34EE56E89C9}" type="presParOf" srcId="{4A78DBDF-142A-48A5-B4AD-724CF0AC3272}" destId="{4BE70D92-3E84-457A-A302-9C5F9DA58B1D}" srcOrd="3" destOrd="0" presId="urn:microsoft.com/office/officeart/2018/5/layout/IconCircleLabelList"/>
    <dgm:cxn modelId="{4F9DC85E-84C2-4FB8-A7D5-345F1AD70035}" type="presParOf" srcId="{031488F3-D101-4110-BF67-3A347CD9E16E}" destId="{D6A17AB4-4FF5-44FB-8170-AC2D438835A3}" srcOrd="7" destOrd="0" presId="urn:microsoft.com/office/officeart/2018/5/layout/IconCircleLabelList"/>
    <dgm:cxn modelId="{B618A60A-79E8-4976-9B6B-84873E2BF69A}" type="presParOf" srcId="{031488F3-D101-4110-BF67-3A347CD9E16E}" destId="{58F51FC1-C572-4CE0-8743-BF09B8D29F87}" srcOrd="8" destOrd="0" presId="urn:microsoft.com/office/officeart/2018/5/layout/IconCircleLabelList"/>
    <dgm:cxn modelId="{27680D47-07F3-4726-8755-F519D1997572}" type="presParOf" srcId="{58F51FC1-C572-4CE0-8743-BF09B8D29F87}" destId="{5ED9EA9C-ADCF-4CE5-8A19-3387AEB4D0B6}" srcOrd="0" destOrd="0" presId="urn:microsoft.com/office/officeart/2018/5/layout/IconCircleLabelList"/>
    <dgm:cxn modelId="{9F0D0834-627E-49E3-8E44-C1FCA6A6E33A}" type="presParOf" srcId="{58F51FC1-C572-4CE0-8743-BF09B8D29F87}" destId="{5DC13BAC-3592-4382-AF1C-04B4E965028A}" srcOrd="1" destOrd="0" presId="urn:microsoft.com/office/officeart/2018/5/layout/IconCircleLabelList"/>
    <dgm:cxn modelId="{86679AA2-CB22-49F3-A2A9-5F6A6CBE2508}" type="presParOf" srcId="{58F51FC1-C572-4CE0-8743-BF09B8D29F87}" destId="{4EC36A56-9AA3-45E5-9056-C1AC3CB3EC3F}" srcOrd="2" destOrd="0" presId="urn:microsoft.com/office/officeart/2018/5/layout/IconCircleLabelList"/>
    <dgm:cxn modelId="{70364880-647D-4AEA-AC82-0AC8A32C5494}" type="presParOf" srcId="{58F51FC1-C572-4CE0-8743-BF09B8D29F87}" destId="{FEC1E735-4AC4-4D26-A95E-E5DEA3AC9551}" srcOrd="3" destOrd="0" presId="urn:microsoft.com/office/officeart/2018/5/layout/IconCircleLabelList"/>
    <dgm:cxn modelId="{474EFA78-1E35-48C9-BE77-96F223BBC15E}" type="presParOf" srcId="{031488F3-D101-4110-BF67-3A347CD9E16E}" destId="{18EEF2CB-BC7B-4EA6-A45C-C99EB3FC993D}" srcOrd="9" destOrd="0" presId="urn:microsoft.com/office/officeart/2018/5/layout/IconCircleLabelList"/>
    <dgm:cxn modelId="{318FD9DC-3EFB-4B39-BA80-15F975585C48}" type="presParOf" srcId="{031488F3-D101-4110-BF67-3A347CD9E16E}" destId="{39A3190C-7D2C-4BDD-8135-AE44C3624DBE}" srcOrd="10" destOrd="0" presId="urn:microsoft.com/office/officeart/2018/5/layout/IconCircleLabelList"/>
    <dgm:cxn modelId="{4BC80871-ADD2-4302-AA92-B80AF8133AB4}" type="presParOf" srcId="{39A3190C-7D2C-4BDD-8135-AE44C3624DBE}" destId="{1C330CA8-E9B9-4F3B-BF79-321D65C86496}" srcOrd="0" destOrd="0" presId="urn:microsoft.com/office/officeart/2018/5/layout/IconCircleLabelList"/>
    <dgm:cxn modelId="{A86798EC-3D71-42F0-8D61-26B8FEFDDF87}" type="presParOf" srcId="{39A3190C-7D2C-4BDD-8135-AE44C3624DBE}" destId="{1C550834-BF2F-4CC0-BDF1-1D4D4006388A}" srcOrd="1" destOrd="0" presId="urn:microsoft.com/office/officeart/2018/5/layout/IconCircleLabelList"/>
    <dgm:cxn modelId="{0298C383-0479-480B-BDBE-F604F31514B6}" type="presParOf" srcId="{39A3190C-7D2C-4BDD-8135-AE44C3624DBE}" destId="{4D170B7B-CCB7-4D45-A8B5-6753416B7F4B}" srcOrd="2" destOrd="0" presId="urn:microsoft.com/office/officeart/2018/5/layout/IconCircleLabelList"/>
    <dgm:cxn modelId="{3DF0D047-D9F3-40A5-9261-F7D5F558B34C}" type="presParOf" srcId="{39A3190C-7D2C-4BDD-8135-AE44C3624DBE}" destId="{72C3AFFA-6B76-4250-AC52-766F7EFD25EA}" srcOrd="3" destOrd="0" presId="urn:microsoft.com/office/officeart/2018/5/layout/IconCircleLabelList"/>
    <dgm:cxn modelId="{92CF16EB-2D1E-49B8-91EC-407F550F0EEB}" type="presParOf" srcId="{031488F3-D101-4110-BF67-3A347CD9E16E}" destId="{AC9AFE43-38BF-4704-80D2-8D6E788ACC43}" srcOrd="11" destOrd="0" presId="urn:microsoft.com/office/officeart/2018/5/layout/IconCircleLabelList"/>
    <dgm:cxn modelId="{3FF03390-60AB-4B0D-8DBB-7E167670E64D}" type="presParOf" srcId="{031488F3-D101-4110-BF67-3A347CD9E16E}" destId="{8243DB9D-0F12-4A95-938C-1715EAB40F7C}" srcOrd="12" destOrd="0" presId="urn:microsoft.com/office/officeart/2018/5/layout/IconCircleLabelList"/>
    <dgm:cxn modelId="{718F206B-138A-4C40-8B8D-C710A57885DB}" type="presParOf" srcId="{8243DB9D-0F12-4A95-938C-1715EAB40F7C}" destId="{F9F2B9B5-47A3-4C67-9EA4-19D411B54341}" srcOrd="0" destOrd="0" presId="urn:microsoft.com/office/officeart/2018/5/layout/IconCircleLabelList"/>
    <dgm:cxn modelId="{E0C6C446-B033-4EC6-A66E-9AA7F8B92223}" type="presParOf" srcId="{8243DB9D-0F12-4A95-938C-1715EAB40F7C}" destId="{BDAC2E0E-BF27-4736-AA16-FE5FAC343581}" srcOrd="1" destOrd="0" presId="urn:microsoft.com/office/officeart/2018/5/layout/IconCircleLabelList"/>
    <dgm:cxn modelId="{786B7EDA-D179-4019-B014-FFDF8514224B}" type="presParOf" srcId="{8243DB9D-0F12-4A95-938C-1715EAB40F7C}" destId="{7EA8D917-56D0-4D88-A157-00CB8D3DBD1F}" srcOrd="2" destOrd="0" presId="urn:microsoft.com/office/officeart/2018/5/layout/IconCircleLabelList"/>
    <dgm:cxn modelId="{9B4906AB-BD7A-4E27-BB03-E18A4D9A29E3}" type="presParOf" srcId="{8243DB9D-0F12-4A95-938C-1715EAB40F7C}" destId="{D40753ED-62FD-4A2D-8FDB-31DFE8F4C54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1A1415-4A7A-584B-B527-770FADAEBD7D}">
      <dsp:nvSpPr>
        <dsp:cNvPr id="0" name=""/>
        <dsp:cNvSpPr/>
      </dsp:nvSpPr>
      <dsp:spPr>
        <a:xfrm>
          <a:off x="0" y="5639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Biodiversity</a:t>
          </a:r>
        </a:p>
      </dsp:txBody>
      <dsp:txXfrm>
        <a:off x="30157" y="86552"/>
        <a:ext cx="5121286" cy="557445"/>
      </dsp:txXfrm>
    </dsp:sp>
    <dsp:sp modelId="{C1325B6C-77B8-C048-AF32-B84CA221F2B2}">
      <dsp:nvSpPr>
        <dsp:cNvPr id="0" name=""/>
        <dsp:cNvSpPr/>
      </dsp:nvSpPr>
      <dsp:spPr>
        <a:xfrm>
          <a:off x="0" y="74327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 Plant Adaptations</a:t>
          </a:r>
        </a:p>
      </dsp:txBody>
      <dsp:txXfrm>
        <a:off x="30157" y="773432"/>
        <a:ext cx="5121286" cy="557445"/>
      </dsp:txXfrm>
    </dsp:sp>
    <dsp:sp modelId="{F1D318A7-0958-5C4E-9DEF-CA731EB1A06D}">
      <dsp:nvSpPr>
        <dsp:cNvPr id="0" name=""/>
        <dsp:cNvSpPr/>
      </dsp:nvSpPr>
      <dsp:spPr>
        <a:xfrm>
          <a:off x="0" y="143015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 Indigenous Medicinal Plants</a:t>
          </a:r>
        </a:p>
      </dsp:txBody>
      <dsp:txXfrm>
        <a:off x="30157" y="1460312"/>
        <a:ext cx="5121286" cy="557445"/>
      </dsp:txXfrm>
    </dsp:sp>
    <dsp:sp modelId="{DAD1291E-FF15-254C-8057-EBDC6E18C708}">
      <dsp:nvSpPr>
        <dsp:cNvPr id="0" name=""/>
        <dsp:cNvSpPr/>
      </dsp:nvSpPr>
      <dsp:spPr>
        <a:xfrm>
          <a:off x="0" y="211703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Plants and Nutrition</a:t>
          </a:r>
        </a:p>
      </dsp:txBody>
      <dsp:txXfrm>
        <a:off x="30157" y="2147192"/>
        <a:ext cx="5121286" cy="557445"/>
      </dsp:txXfrm>
    </dsp:sp>
    <dsp:sp modelId="{B63032B0-0CE1-6643-95DB-DA5D2E3EEA95}">
      <dsp:nvSpPr>
        <dsp:cNvPr id="0" name=""/>
        <dsp:cNvSpPr/>
      </dsp:nvSpPr>
      <dsp:spPr>
        <a:xfrm>
          <a:off x="0" y="280391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Conservation</a:t>
          </a:r>
        </a:p>
      </dsp:txBody>
      <dsp:txXfrm>
        <a:off x="30157" y="2834072"/>
        <a:ext cx="5121286" cy="557445"/>
      </dsp:txXfrm>
    </dsp:sp>
    <dsp:sp modelId="{7E240046-AB02-5444-87A6-517A17C25742}">
      <dsp:nvSpPr>
        <dsp:cNvPr id="0" name=""/>
        <dsp:cNvSpPr/>
      </dsp:nvSpPr>
      <dsp:spPr>
        <a:xfrm>
          <a:off x="0" y="3490795"/>
          <a:ext cx="5181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Quiz Challenge</a:t>
          </a:r>
        </a:p>
      </dsp:txBody>
      <dsp:txXfrm>
        <a:off x="30157" y="3520952"/>
        <a:ext cx="5121286" cy="557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9A901-8387-2641-BB3A-E8478B4CC7F2}">
      <dsp:nvSpPr>
        <dsp:cNvPr id="0" name=""/>
        <dsp:cNvSpPr/>
      </dsp:nvSpPr>
      <dsp:spPr>
        <a:xfrm>
          <a:off x="0" y="1504"/>
          <a:ext cx="5105398" cy="29521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kern="1200"/>
            <a:t>How Do Plants Survive?</a:t>
          </a:r>
          <a:endParaRPr lang="en-US" sz="1200" kern="1200"/>
        </a:p>
      </dsp:txBody>
      <dsp:txXfrm>
        <a:off x="14411" y="15915"/>
        <a:ext cx="5076576" cy="266391"/>
      </dsp:txXfrm>
    </dsp:sp>
    <dsp:sp modelId="{45CBADDE-E3FD-544D-8002-D4AC03E9BA00}">
      <dsp:nvSpPr>
        <dsp:cNvPr id="0" name=""/>
        <dsp:cNvSpPr/>
      </dsp:nvSpPr>
      <dsp:spPr>
        <a:xfrm>
          <a:off x="0" y="305662"/>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Plants have special features called </a:t>
          </a:r>
          <a:r>
            <a:rPr lang="en-US" sz="1200" b="1" kern="1200"/>
            <a:t>adaptations</a:t>
          </a:r>
          <a:r>
            <a:rPr lang="en-US" sz="1200" kern="1200"/>
            <a:t> that help them survive in different environments.</a:t>
          </a:r>
          <a:endParaRPr lang="en-US" sz="1200" kern="1200" dirty="0"/>
        </a:p>
      </dsp:txBody>
      <dsp:txXfrm>
        <a:off x="14411" y="320073"/>
        <a:ext cx="5076576" cy="266391"/>
      </dsp:txXfrm>
    </dsp:sp>
    <dsp:sp modelId="{6FF70CB5-AB31-4044-B42C-6666FAF28C7A}">
      <dsp:nvSpPr>
        <dsp:cNvPr id="0" name=""/>
        <dsp:cNvSpPr/>
      </dsp:nvSpPr>
      <dsp:spPr>
        <a:xfrm>
          <a:off x="0" y="609819"/>
          <a:ext cx="5105398" cy="295213"/>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 </a:t>
          </a:r>
          <a:r>
            <a:rPr lang="en-US" sz="1200" b="1" kern="1200"/>
            <a:t>Desert</a:t>
          </a:r>
          <a:endParaRPr lang="en-US" sz="1200" kern="1200"/>
        </a:p>
      </dsp:txBody>
      <dsp:txXfrm>
        <a:off x="14411" y="624230"/>
        <a:ext cx="5076576" cy="266391"/>
      </dsp:txXfrm>
    </dsp:sp>
    <dsp:sp modelId="{5547C4E9-657C-0B4B-980C-75F654164CCA}">
      <dsp:nvSpPr>
        <dsp:cNvPr id="0" name=""/>
        <dsp:cNvSpPr/>
      </dsp:nvSpPr>
      <dsp:spPr>
        <a:xfrm>
          <a:off x="0" y="913977"/>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Thick stems store water. </a:t>
          </a:r>
        </a:p>
      </dsp:txBody>
      <dsp:txXfrm>
        <a:off x="14411" y="928388"/>
        <a:ext cx="5076576" cy="266391"/>
      </dsp:txXfrm>
    </dsp:sp>
    <dsp:sp modelId="{9841861B-5069-394E-A2C3-797D460DCA9E}">
      <dsp:nvSpPr>
        <dsp:cNvPr id="0" name=""/>
        <dsp:cNvSpPr/>
      </dsp:nvSpPr>
      <dsp:spPr>
        <a:xfrm>
          <a:off x="0" y="1218134"/>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Small leaves reduce water loss. </a:t>
          </a:r>
        </a:p>
      </dsp:txBody>
      <dsp:txXfrm>
        <a:off x="14411" y="1232545"/>
        <a:ext cx="5076576" cy="266391"/>
      </dsp:txXfrm>
    </dsp:sp>
    <dsp:sp modelId="{F3F37E78-8480-254C-B46D-BFFF252DA9FE}">
      <dsp:nvSpPr>
        <dsp:cNvPr id="0" name=""/>
        <dsp:cNvSpPr/>
      </dsp:nvSpPr>
      <dsp:spPr>
        <a:xfrm>
          <a:off x="0" y="1522291"/>
          <a:ext cx="5105398" cy="29521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 </a:t>
          </a:r>
          <a:r>
            <a:rPr lang="en-US" sz="1200" b="1" kern="1200"/>
            <a:t>Forest</a:t>
          </a:r>
          <a:endParaRPr lang="en-US" sz="1200" kern="1200"/>
        </a:p>
      </dsp:txBody>
      <dsp:txXfrm>
        <a:off x="14411" y="1536702"/>
        <a:ext cx="5076576" cy="266391"/>
      </dsp:txXfrm>
    </dsp:sp>
    <dsp:sp modelId="{A3CDE7CB-DA29-354A-82BE-AD391E4853E0}">
      <dsp:nvSpPr>
        <dsp:cNvPr id="0" name=""/>
        <dsp:cNvSpPr/>
      </dsp:nvSpPr>
      <dsp:spPr>
        <a:xfrm>
          <a:off x="0" y="1826449"/>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Broad leaves capture sunlight. </a:t>
          </a:r>
        </a:p>
      </dsp:txBody>
      <dsp:txXfrm>
        <a:off x="14411" y="1840860"/>
        <a:ext cx="5076576" cy="266391"/>
      </dsp:txXfrm>
    </dsp:sp>
    <dsp:sp modelId="{D1A06ABF-B284-F643-8ECE-D83185229CDE}">
      <dsp:nvSpPr>
        <dsp:cNvPr id="0" name=""/>
        <dsp:cNvSpPr/>
      </dsp:nvSpPr>
      <dsp:spPr>
        <a:xfrm>
          <a:off x="0" y="2130606"/>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Tall stems compete for light. </a:t>
          </a:r>
        </a:p>
      </dsp:txBody>
      <dsp:txXfrm>
        <a:off x="14411" y="2145017"/>
        <a:ext cx="5076576" cy="266391"/>
      </dsp:txXfrm>
    </dsp:sp>
    <dsp:sp modelId="{D37E114E-E266-954C-A777-A99EAAD776EE}">
      <dsp:nvSpPr>
        <dsp:cNvPr id="0" name=""/>
        <dsp:cNvSpPr/>
      </dsp:nvSpPr>
      <dsp:spPr>
        <a:xfrm>
          <a:off x="0" y="2434763"/>
          <a:ext cx="5105398" cy="295213"/>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 </a:t>
          </a:r>
          <a:r>
            <a:rPr lang="en-US" sz="1200" b="1" kern="1200"/>
            <a:t>Grassland</a:t>
          </a:r>
          <a:endParaRPr lang="en-US" sz="1200" kern="1200"/>
        </a:p>
      </dsp:txBody>
      <dsp:txXfrm>
        <a:off x="14411" y="2449174"/>
        <a:ext cx="5076576" cy="266391"/>
      </dsp:txXfrm>
    </dsp:sp>
    <dsp:sp modelId="{3B44F6EE-4DB4-4941-BEE0-E8F13A8E39A7}">
      <dsp:nvSpPr>
        <dsp:cNvPr id="0" name=""/>
        <dsp:cNvSpPr/>
      </dsp:nvSpPr>
      <dsp:spPr>
        <a:xfrm>
          <a:off x="0" y="2738921"/>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Deep roots survive fires. </a:t>
          </a:r>
        </a:p>
      </dsp:txBody>
      <dsp:txXfrm>
        <a:off x="14411" y="2753332"/>
        <a:ext cx="5076576" cy="266391"/>
      </dsp:txXfrm>
    </dsp:sp>
    <dsp:sp modelId="{6C88ADBE-83E1-8440-B2AA-E54941D88E3C}">
      <dsp:nvSpPr>
        <dsp:cNvPr id="0" name=""/>
        <dsp:cNvSpPr/>
      </dsp:nvSpPr>
      <dsp:spPr>
        <a:xfrm>
          <a:off x="0" y="3043078"/>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Flexible stems withstand wind. </a:t>
          </a:r>
        </a:p>
      </dsp:txBody>
      <dsp:txXfrm>
        <a:off x="14411" y="3057489"/>
        <a:ext cx="5076576" cy="266391"/>
      </dsp:txXfrm>
    </dsp:sp>
    <dsp:sp modelId="{482DC2E4-F378-F34A-A73D-2C776A772A41}">
      <dsp:nvSpPr>
        <dsp:cNvPr id="0" name=""/>
        <dsp:cNvSpPr/>
      </dsp:nvSpPr>
      <dsp:spPr>
        <a:xfrm>
          <a:off x="0" y="3347236"/>
          <a:ext cx="5105398" cy="295213"/>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 </a:t>
          </a:r>
          <a:r>
            <a:rPr lang="en-US" sz="1200" b="1" kern="1200"/>
            <a:t>Wetlands</a:t>
          </a:r>
          <a:endParaRPr lang="en-US" sz="1200" kern="1200"/>
        </a:p>
      </dsp:txBody>
      <dsp:txXfrm>
        <a:off x="14411" y="3361647"/>
        <a:ext cx="5076576" cy="266391"/>
      </dsp:txXfrm>
    </dsp:sp>
    <dsp:sp modelId="{0DDE598E-78B7-AF40-AD84-23E2612C4462}">
      <dsp:nvSpPr>
        <dsp:cNvPr id="0" name=""/>
        <dsp:cNvSpPr/>
      </dsp:nvSpPr>
      <dsp:spPr>
        <a:xfrm>
          <a:off x="0" y="3651393"/>
          <a:ext cx="5105398" cy="295213"/>
        </a:xfrm>
        <a:prstGeom prst="roundRect">
          <a:avLst/>
        </a:prstGeom>
        <a:no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Air spaces in roots help plants survive flooded soils.</a:t>
          </a:r>
          <a:endParaRPr lang="en-US" sz="1200" kern="1200" dirty="0"/>
        </a:p>
      </dsp:txBody>
      <dsp:txXfrm>
        <a:off x="14411" y="3665804"/>
        <a:ext cx="5076576" cy="2663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32FF9F-638C-9147-B91A-FD0C37F337F0}">
      <dsp:nvSpPr>
        <dsp:cNvPr id="0" name=""/>
        <dsp:cNvSpPr/>
      </dsp:nvSpPr>
      <dsp:spPr>
        <a:xfrm>
          <a:off x="0" y="584925"/>
          <a:ext cx="5181600" cy="25640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2150" tIns="458216" rIns="402150"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Passed from generation to generation. </a:t>
          </a:r>
        </a:p>
        <a:p>
          <a:pPr marL="228600" lvl="1" indent="-228600" algn="l" defTabSz="977900">
            <a:lnSpc>
              <a:spcPct val="90000"/>
            </a:lnSpc>
            <a:spcBef>
              <a:spcPct val="0"/>
            </a:spcBef>
            <a:spcAft>
              <a:spcPct val="15000"/>
            </a:spcAft>
            <a:buChar char="•"/>
          </a:pPr>
          <a:r>
            <a:rPr lang="en-US" sz="2200" kern="1200" dirty="0"/>
            <a:t>Based on observation and experience. </a:t>
          </a:r>
        </a:p>
        <a:p>
          <a:pPr marL="228600" lvl="1" indent="-228600" algn="l" defTabSz="977900">
            <a:lnSpc>
              <a:spcPct val="90000"/>
            </a:lnSpc>
            <a:spcBef>
              <a:spcPct val="0"/>
            </a:spcBef>
            <a:spcAft>
              <a:spcPct val="15000"/>
            </a:spcAft>
            <a:buChar char="•"/>
          </a:pPr>
          <a:r>
            <a:rPr lang="en-US" sz="2200" kern="1200" dirty="0"/>
            <a:t>Often shared through storytelling and practice. </a:t>
          </a:r>
        </a:p>
      </dsp:txBody>
      <dsp:txXfrm>
        <a:off x="0" y="584925"/>
        <a:ext cx="5181600" cy="2564099"/>
      </dsp:txXfrm>
    </dsp:sp>
    <dsp:sp modelId="{508C4680-813A-B347-B762-53008FC78D7F}">
      <dsp:nvSpPr>
        <dsp:cNvPr id="0" name=""/>
        <dsp:cNvSpPr/>
      </dsp:nvSpPr>
      <dsp:spPr>
        <a:xfrm>
          <a:off x="631761" y="119239"/>
          <a:ext cx="362712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097" tIns="0" rIns="137097" bIns="0" numCol="1" spcCol="1270" anchor="ctr" anchorCtr="0">
          <a:noAutofit/>
        </a:bodyPr>
        <a:lstStyle/>
        <a:p>
          <a:pPr marL="0" lvl="0" indent="0" algn="l" defTabSz="977900">
            <a:lnSpc>
              <a:spcPct val="90000"/>
            </a:lnSpc>
            <a:spcBef>
              <a:spcPct val="0"/>
            </a:spcBef>
            <a:spcAft>
              <a:spcPct val="35000"/>
            </a:spcAft>
            <a:buNone/>
          </a:pPr>
          <a:r>
            <a:rPr lang="en-US" sz="2200" b="1" kern="1200" dirty="0"/>
            <a:t>1. Indigenous Knowledge</a:t>
          </a:r>
          <a:endParaRPr lang="en-US" sz="2200" kern="1200" dirty="0"/>
        </a:p>
      </dsp:txBody>
      <dsp:txXfrm>
        <a:off x="663464" y="150942"/>
        <a:ext cx="3563714"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327ED-D563-434C-A87D-09AA32BF75E7}">
      <dsp:nvSpPr>
        <dsp:cNvPr id="0" name=""/>
        <dsp:cNvSpPr/>
      </dsp:nvSpPr>
      <dsp:spPr>
        <a:xfrm>
          <a:off x="383935" y="1442"/>
          <a:ext cx="873896" cy="873896"/>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3C60C-8C8B-45EC-BF6F-1872B2C90CB7}">
      <dsp:nvSpPr>
        <dsp:cNvPr id="0" name=""/>
        <dsp:cNvSpPr/>
      </dsp:nvSpPr>
      <dsp:spPr>
        <a:xfrm>
          <a:off x="570175" y="187682"/>
          <a:ext cx="501416" cy="5014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5B495-A4DA-41F3-836E-D5749A5855DF}">
      <dsp:nvSpPr>
        <dsp:cNvPr id="0" name=""/>
        <dsp:cNvSpPr/>
      </dsp:nvSpPr>
      <dsp:spPr>
        <a:xfrm>
          <a:off x="104575" y="1147535"/>
          <a:ext cx="1432617" cy="57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dirty="0">
              <a:solidFill>
                <a:schemeClr val="bg1"/>
              </a:solidFill>
            </a:rPr>
            <a:t>❌ Habitat destruction</a:t>
          </a:r>
        </a:p>
      </dsp:txBody>
      <dsp:txXfrm>
        <a:off x="104575" y="1147535"/>
        <a:ext cx="1432617" cy="573046"/>
      </dsp:txXfrm>
    </dsp:sp>
    <dsp:sp modelId="{14B1785E-7357-46BB-A39E-9F23650C7142}">
      <dsp:nvSpPr>
        <dsp:cNvPr id="0" name=""/>
        <dsp:cNvSpPr/>
      </dsp:nvSpPr>
      <dsp:spPr>
        <a:xfrm>
          <a:off x="2067260" y="1442"/>
          <a:ext cx="873896" cy="873896"/>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504638-0FA8-4ED4-B551-F57D87027D43}">
      <dsp:nvSpPr>
        <dsp:cNvPr id="0" name=""/>
        <dsp:cNvSpPr/>
      </dsp:nvSpPr>
      <dsp:spPr>
        <a:xfrm>
          <a:off x="2253500" y="187682"/>
          <a:ext cx="501416" cy="5014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094185-8715-4D61-BDC3-A3EC648FE626}">
      <dsp:nvSpPr>
        <dsp:cNvPr id="0" name=""/>
        <dsp:cNvSpPr/>
      </dsp:nvSpPr>
      <dsp:spPr>
        <a:xfrm>
          <a:off x="1787900" y="1147535"/>
          <a:ext cx="1432617" cy="57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solidFill>
                <a:schemeClr val="bg1"/>
              </a:solidFill>
            </a:rPr>
            <a:t>❌ Climate change</a:t>
          </a:r>
        </a:p>
      </dsp:txBody>
      <dsp:txXfrm>
        <a:off x="1787900" y="1147535"/>
        <a:ext cx="1432617" cy="573046"/>
      </dsp:txXfrm>
    </dsp:sp>
    <dsp:sp modelId="{DD82C342-52AC-41FF-BB0F-A6A4177288DC}">
      <dsp:nvSpPr>
        <dsp:cNvPr id="0" name=""/>
        <dsp:cNvSpPr/>
      </dsp:nvSpPr>
      <dsp:spPr>
        <a:xfrm>
          <a:off x="3750585" y="1442"/>
          <a:ext cx="873896" cy="873896"/>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9F07D-9756-4486-B1FC-461FDA342B6F}">
      <dsp:nvSpPr>
        <dsp:cNvPr id="0" name=""/>
        <dsp:cNvSpPr/>
      </dsp:nvSpPr>
      <dsp:spPr>
        <a:xfrm>
          <a:off x="3936826" y="187682"/>
          <a:ext cx="501416" cy="5014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7ADD35-77A1-404F-8117-F4EC2C5B61D5}">
      <dsp:nvSpPr>
        <dsp:cNvPr id="0" name=""/>
        <dsp:cNvSpPr/>
      </dsp:nvSpPr>
      <dsp:spPr>
        <a:xfrm>
          <a:off x="3471225" y="1147535"/>
          <a:ext cx="1432617" cy="57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solidFill>
                <a:schemeClr val="bg1"/>
              </a:solidFill>
            </a:rPr>
            <a:t>❌ Pollution</a:t>
          </a:r>
        </a:p>
      </dsp:txBody>
      <dsp:txXfrm>
        <a:off x="3471225" y="1147535"/>
        <a:ext cx="1432617" cy="573046"/>
      </dsp:txXfrm>
    </dsp:sp>
    <dsp:sp modelId="{7DCB1A5B-7232-4FDB-8675-AF66070C31DC}">
      <dsp:nvSpPr>
        <dsp:cNvPr id="0" name=""/>
        <dsp:cNvSpPr/>
      </dsp:nvSpPr>
      <dsp:spPr>
        <a:xfrm>
          <a:off x="2067260" y="2078737"/>
          <a:ext cx="873896" cy="873896"/>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5B4E2-CD61-49BD-B570-55A4249DF448}">
      <dsp:nvSpPr>
        <dsp:cNvPr id="0" name=""/>
        <dsp:cNvSpPr/>
      </dsp:nvSpPr>
      <dsp:spPr>
        <a:xfrm>
          <a:off x="2253500" y="2264977"/>
          <a:ext cx="501416" cy="5014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164D82-21D8-4492-8E8B-70FC8C659CDF}">
      <dsp:nvSpPr>
        <dsp:cNvPr id="0" name=""/>
        <dsp:cNvSpPr/>
      </dsp:nvSpPr>
      <dsp:spPr>
        <a:xfrm>
          <a:off x="1787900" y="3224830"/>
          <a:ext cx="1432617" cy="573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solidFill>
                <a:schemeClr val="bg1"/>
              </a:solidFill>
            </a:rPr>
            <a:t>❌ Overharvesting</a:t>
          </a:r>
        </a:p>
      </dsp:txBody>
      <dsp:txXfrm>
        <a:off x="1787900" y="3224830"/>
        <a:ext cx="1432617" cy="5730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2B317-97F0-1F44-A461-59C8D347147A}">
      <dsp:nvSpPr>
        <dsp:cNvPr id="0" name=""/>
        <dsp:cNvSpPr/>
      </dsp:nvSpPr>
      <dsp:spPr>
        <a:xfrm>
          <a:off x="0" y="0"/>
          <a:ext cx="8097012" cy="680408"/>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Amazing Plant Facts</a:t>
          </a:r>
          <a:endParaRPr lang="en-US" sz="1900" kern="1200"/>
        </a:p>
      </dsp:txBody>
      <dsp:txXfrm>
        <a:off x="19928" y="19928"/>
        <a:ext cx="7283191" cy="640552"/>
      </dsp:txXfrm>
    </dsp:sp>
    <dsp:sp modelId="{20159CF9-0B82-174D-9328-EA5954B4237A}">
      <dsp:nvSpPr>
        <dsp:cNvPr id="0" name=""/>
        <dsp:cNvSpPr/>
      </dsp:nvSpPr>
      <dsp:spPr>
        <a:xfrm>
          <a:off x="604647" y="774909"/>
          <a:ext cx="8097012" cy="680408"/>
        </a:xfrm>
        <a:prstGeom prst="roundRect">
          <a:avLst>
            <a:gd name="adj" fmla="val 10000"/>
          </a:avLst>
        </a:prstGeom>
        <a:gradFill rotWithShape="0">
          <a:gsLst>
            <a:gs pos="0">
              <a:schemeClr val="accent3">
                <a:hueOff val="1029291"/>
                <a:satOff val="6178"/>
                <a:lumOff val="4706"/>
                <a:alphaOff val="0"/>
                <a:satMod val="103000"/>
                <a:lumMod val="102000"/>
                <a:tint val="94000"/>
              </a:schemeClr>
            </a:gs>
            <a:gs pos="50000">
              <a:schemeClr val="accent3">
                <a:hueOff val="1029291"/>
                <a:satOff val="6178"/>
                <a:lumOff val="4706"/>
                <a:alphaOff val="0"/>
                <a:satMod val="110000"/>
                <a:lumMod val="100000"/>
                <a:shade val="100000"/>
              </a:schemeClr>
            </a:gs>
            <a:gs pos="100000">
              <a:schemeClr val="accent3">
                <a:hueOff val="1029291"/>
                <a:satOff val="6178"/>
                <a:lumOff val="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South Africa has one of the richest floral kingdoms in the world.</a:t>
          </a:r>
        </a:p>
      </dsp:txBody>
      <dsp:txXfrm>
        <a:off x="624575" y="794837"/>
        <a:ext cx="7010243" cy="640552"/>
      </dsp:txXfrm>
    </dsp:sp>
    <dsp:sp modelId="{6CC5DD4B-3E87-EC40-AD31-25EA5BA7F8FA}">
      <dsp:nvSpPr>
        <dsp:cNvPr id="0" name=""/>
        <dsp:cNvSpPr/>
      </dsp:nvSpPr>
      <dsp:spPr>
        <a:xfrm>
          <a:off x="1209293" y="1549818"/>
          <a:ext cx="8097012" cy="680408"/>
        </a:xfrm>
        <a:prstGeom prst="roundRect">
          <a:avLst>
            <a:gd name="adj" fmla="val 1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The baobab tree can store thousands of liters of water.</a:t>
          </a:r>
        </a:p>
      </dsp:txBody>
      <dsp:txXfrm>
        <a:off x="1229221" y="1569746"/>
        <a:ext cx="7010243" cy="640552"/>
      </dsp:txXfrm>
    </dsp:sp>
    <dsp:sp modelId="{32DB3E46-8509-1E44-A66E-ACDF5176F2BC}">
      <dsp:nvSpPr>
        <dsp:cNvPr id="0" name=""/>
        <dsp:cNvSpPr/>
      </dsp:nvSpPr>
      <dsp:spPr>
        <a:xfrm>
          <a:off x="1813940" y="2324727"/>
          <a:ext cx="8097012" cy="680408"/>
        </a:xfrm>
        <a:prstGeom prst="roundRect">
          <a:avLst>
            <a:gd name="adj" fmla="val 10000"/>
          </a:avLst>
        </a:prstGeom>
        <a:gradFill rotWithShape="0">
          <a:gsLst>
            <a:gs pos="0">
              <a:schemeClr val="accent3">
                <a:hueOff val="3087872"/>
                <a:satOff val="18534"/>
                <a:lumOff val="14119"/>
                <a:alphaOff val="0"/>
                <a:satMod val="103000"/>
                <a:lumMod val="102000"/>
                <a:tint val="94000"/>
              </a:schemeClr>
            </a:gs>
            <a:gs pos="50000">
              <a:schemeClr val="accent3">
                <a:hueOff val="3087872"/>
                <a:satOff val="18534"/>
                <a:lumOff val="14119"/>
                <a:alphaOff val="0"/>
                <a:satMod val="110000"/>
                <a:lumMod val="100000"/>
                <a:shade val="100000"/>
              </a:schemeClr>
            </a:gs>
            <a:gs pos="100000">
              <a:schemeClr val="accent3">
                <a:hueOff val="3087872"/>
                <a:satOff val="18534"/>
                <a:lumOff val="141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Some seeds remain dormant for years before germinating.</a:t>
          </a:r>
        </a:p>
      </dsp:txBody>
      <dsp:txXfrm>
        <a:off x="1833868" y="2344655"/>
        <a:ext cx="7010243" cy="640552"/>
      </dsp:txXfrm>
    </dsp:sp>
    <dsp:sp modelId="{326131FE-B17E-2D4C-9E9E-26FCDE3F9373}">
      <dsp:nvSpPr>
        <dsp:cNvPr id="0" name=""/>
        <dsp:cNvSpPr/>
      </dsp:nvSpPr>
      <dsp:spPr>
        <a:xfrm>
          <a:off x="2418587" y="3099636"/>
          <a:ext cx="8097012" cy="680408"/>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Plants communicate using chemical signals.</a:t>
          </a:r>
        </a:p>
      </dsp:txBody>
      <dsp:txXfrm>
        <a:off x="2438515" y="3119564"/>
        <a:ext cx="7010243" cy="640552"/>
      </dsp:txXfrm>
    </dsp:sp>
    <dsp:sp modelId="{84DD2053-2B08-344C-ABB1-41923070E9C7}">
      <dsp:nvSpPr>
        <dsp:cNvPr id="0" name=""/>
        <dsp:cNvSpPr/>
      </dsp:nvSpPr>
      <dsp:spPr>
        <a:xfrm>
          <a:off x="7654746" y="497075"/>
          <a:ext cx="442265" cy="442265"/>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754256" y="497075"/>
        <a:ext cx="243245" cy="332804"/>
      </dsp:txXfrm>
    </dsp:sp>
    <dsp:sp modelId="{259F0EE1-5ED7-DD43-90CD-18522CC384DE}">
      <dsp:nvSpPr>
        <dsp:cNvPr id="0" name=""/>
        <dsp:cNvSpPr/>
      </dsp:nvSpPr>
      <dsp:spPr>
        <a:xfrm>
          <a:off x="8259393" y="1271985"/>
          <a:ext cx="442265" cy="442265"/>
        </a:xfrm>
        <a:prstGeom prst="downArrow">
          <a:avLst>
            <a:gd name="adj1" fmla="val 55000"/>
            <a:gd name="adj2" fmla="val 45000"/>
          </a:avLst>
        </a:prstGeom>
        <a:solidFill>
          <a:schemeClr val="accent3">
            <a:tint val="40000"/>
            <a:alpha val="90000"/>
            <a:hueOff val="1685050"/>
            <a:satOff val="14902"/>
            <a:lumOff val="1765"/>
            <a:alphaOff val="0"/>
          </a:schemeClr>
        </a:solidFill>
        <a:ln w="12700" cap="flat" cmpd="sng" algn="ctr">
          <a:solidFill>
            <a:schemeClr val="accent3">
              <a:tint val="40000"/>
              <a:alpha val="90000"/>
              <a:hueOff val="1685050"/>
              <a:satOff val="14902"/>
              <a:lumOff val="176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358903" y="1271985"/>
        <a:ext cx="243245" cy="332804"/>
      </dsp:txXfrm>
    </dsp:sp>
    <dsp:sp modelId="{43E07974-F694-704E-8A43-BDAC17649D96}">
      <dsp:nvSpPr>
        <dsp:cNvPr id="0" name=""/>
        <dsp:cNvSpPr/>
      </dsp:nvSpPr>
      <dsp:spPr>
        <a:xfrm>
          <a:off x="8864040" y="2035554"/>
          <a:ext cx="442265" cy="442265"/>
        </a:xfrm>
        <a:prstGeom prst="downArrow">
          <a:avLst>
            <a:gd name="adj1" fmla="val 55000"/>
            <a:gd name="adj2" fmla="val 45000"/>
          </a:avLst>
        </a:prstGeom>
        <a:solidFill>
          <a:schemeClr val="accent3">
            <a:tint val="40000"/>
            <a:alpha val="90000"/>
            <a:hueOff val="3370100"/>
            <a:satOff val="29803"/>
            <a:lumOff val="3530"/>
            <a:alphaOff val="0"/>
          </a:schemeClr>
        </a:solidFill>
        <a:ln w="12700" cap="flat" cmpd="sng" algn="ctr">
          <a:solidFill>
            <a:schemeClr val="accent3">
              <a:tint val="40000"/>
              <a:alpha val="90000"/>
              <a:hueOff val="3370100"/>
              <a:satOff val="29803"/>
              <a:lumOff val="353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963550" y="2035554"/>
        <a:ext cx="243245" cy="332804"/>
      </dsp:txXfrm>
    </dsp:sp>
    <dsp:sp modelId="{43B966F2-15A6-5845-8AD6-6EC6D7A94F43}">
      <dsp:nvSpPr>
        <dsp:cNvPr id="0" name=""/>
        <dsp:cNvSpPr/>
      </dsp:nvSpPr>
      <dsp:spPr>
        <a:xfrm>
          <a:off x="9468687" y="2818023"/>
          <a:ext cx="442265" cy="442265"/>
        </a:xfrm>
        <a:prstGeom prst="downArrow">
          <a:avLst>
            <a:gd name="adj1" fmla="val 55000"/>
            <a:gd name="adj2" fmla="val 45000"/>
          </a:avLst>
        </a:prstGeom>
        <a:solidFill>
          <a:schemeClr val="accent3">
            <a:tint val="40000"/>
            <a:alpha val="90000"/>
            <a:hueOff val="5055149"/>
            <a:satOff val="44705"/>
            <a:lumOff val="5295"/>
            <a:alphaOff val="0"/>
          </a:schemeClr>
        </a:solidFill>
        <a:ln w="12700" cap="flat" cmpd="sng" algn="ctr">
          <a:solidFill>
            <a:schemeClr val="accent3">
              <a:tint val="40000"/>
              <a:alpha val="90000"/>
              <a:hueOff val="5055149"/>
              <a:satOff val="44705"/>
              <a:lumOff val="529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9568197" y="2818023"/>
        <a:ext cx="243245" cy="3328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DFAE9-10DA-4754-9F01-8F710B955CA7}">
      <dsp:nvSpPr>
        <dsp:cNvPr id="0" name=""/>
        <dsp:cNvSpPr/>
      </dsp:nvSpPr>
      <dsp:spPr>
        <a:xfrm>
          <a:off x="635337"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D0C831-B089-454A-8184-9B3CE5E45C7B}">
      <dsp:nvSpPr>
        <dsp:cNvPr id="0" name=""/>
        <dsp:cNvSpPr/>
      </dsp:nvSpPr>
      <dsp:spPr>
        <a:xfrm>
          <a:off x="820663"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203746-8B58-4CE3-AC3A-BD0A1E203AB0}">
      <dsp:nvSpPr>
        <dsp:cNvPr id="0" name=""/>
        <dsp:cNvSpPr/>
      </dsp:nvSpPr>
      <dsp:spPr>
        <a:xfrm>
          <a:off x="357348"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t>✅ </a:t>
          </a:r>
          <a:r>
            <a:rPr lang="en-US" sz="1300" kern="1200" dirty="0">
              <a:solidFill>
                <a:schemeClr val="bg1"/>
              </a:solidFill>
            </a:rPr>
            <a:t>Importance of plants</a:t>
          </a:r>
        </a:p>
      </dsp:txBody>
      <dsp:txXfrm>
        <a:off x="357348" y="1141589"/>
        <a:ext cx="1425585" cy="570234"/>
      </dsp:txXfrm>
    </dsp:sp>
    <dsp:sp modelId="{77EFC3A5-1659-4058-9882-E0FEDCFE8D82}">
      <dsp:nvSpPr>
        <dsp:cNvPr id="0" name=""/>
        <dsp:cNvSpPr/>
      </dsp:nvSpPr>
      <dsp:spPr>
        <a:xfrm>
          <a:off x="2310401"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7C94CE-DDAD-49FB-AC29-08F9E3855FB6}">
      <dsp:nvSpPr>
        <dsp:cNvPr id="0" name=""/>
        <dsp:cNvSpPr/>
      </dsp:nvSpPr>
      <dsp:spPr>
        <a:xfrm>
          <a:off x="2495727"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83A36C-0803-455B-A17C-61901F827240}">
      <dsp:nvSpPr>
        <dsp:cNvPr id="0" name=""/>
        <dsp:cNvSpPr/>
      </dsp:nvSpPr>
      <dsp:spPr>
        <a:xfrm>
          <a:off x="2032411"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t>✅ </a:t>
          </a:r>
          <a:r>
            <a:rPr lang="en-US" sz="1300" kern="1200" dirty="0">
              <a:solidFill>
                <a:schemeClr val="bg1"/>
              </a:solidFill>
            </a:rPr>
            <a:t>South African biodiversity</a:t>
          </a:r>
        </a:p>
      </dsp:txBody>
      <dsp:txXfrm>
        <a:off x="2032411" y="1141589"/>
        <a:ext cx="1425585" cy="570234"/>
      </dsp:txXfrm>
    </dsp:sp>
    <dsp:sp modelId="{DACD25F9-CB59-4BE1-BAB6-63E31D1665A4}">
      <dsp:nvSpPr>
        <dsp:cNvPr id="0" name=""/>
        <dsp:cNvSpPr/>
      </dsp:nvSpPr>
      <dsp:spPr>
        <a:xfrm>
          <a:off x="3985464"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72D923-CF58-4E06-838B-94ADE6DCD934}">
      <dsp:nvSpPr>
        <dsp:cNvPr id="0" name=""/>
        <dsp:cNvSpPr/>
      </dsp:nvSpPr>
      <dsp:spPr>
        <a:xfrm>
          <a:off x="4170790"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3EB2F2-DD89-47D3-99A1-64CF54D5BB64}">
      <dsp:nvSpPr>
        <dsp:cNvPr id="0" name=""/>
        <dsp:cNvSpPr/>
      </dsp:nvSpPr>
      <dsp:spPr>
        <a:xfrm>
          <a:off x="3707475"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t>✅ </a:t>
          </a:r>
          <a:r>
            <a:rPr lang="en-US" sz="1300" kern="1200" dirty="0">
              <a:solidFill>
                <a:schemeClr val="bg1"/>
              </a:solidFill>
            </a:rPr>
            <a:t>Plant adaptations</a:t>
          </a:r>
        </a:p>
      </dsp:txBody>
      <dsp:txXfrm>
        <a:off x="3707475" y="1141589"/>
        <a:ext cx="1425585" cy="570234"/>
      </dsp:txXfrm>
    </dsp:sp>
    <dsp:sp modelId="{DBF02A72-6D04-4899-9332-0D4F836AFAA2}">
      <dsp:nvSpPr>
        <dsp:cNvPr id="0" name=""/>
        <dsp:cNvSpPr/>
      </dsp:nvSpPr>
      <dsp:spPr>
        <a:xfrm>
          <a:off x="5660528"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322211-4E18-4417-B6D7-9DF77890295A}">
      <dsp:nvSpPr>
        <dsp:cNvPr id="0" name=""/>
        <dsp:cNvSpPr/>
      </dsp:nvSpPr>
      <dsp:spPr>
        <a:xfrm>
          <a:off x="5845854"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E70D92-3E84-457A-A302-9C5F9DA58B1D}">
      <dsp:nvSpPr>
        <dsp:cNvPr id="0" name=""/>
        <dsp:cNvSpPr/>
      </dsp:nvSpPr>
      <dsp:spPr>
        <a:xfrm>
          <a:off x="5382538"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t>✅ </a:t>
          </a:r>
          <a:r>
            <a:rPr lang="en-US" sz="1300" kern="1200" dirty="0">
              <a:solidFill>
                <a:schemeClr val="bg1"/>
              </a:solidFill>
            </a:rPr>
            <a:t>Indigenous medicinal plants</a:t>
          </a:r>
        </a:p>
      </dsp:txBody>
      <dsp:txXfrm>
        <a:off x="5382538" y="1141589"/>
        <a:ext cx="1425585" cy="570234"/>
      </dsp:txXfrm>
    </dsp:sp>
    <dsp:sp modelId="{5ED9EA9C-ADCF-4CE5-8A19-3387AEB4D0B6}">
      <dsp:nvSpPr>
        <dsp:cNvPr id="0" name=""/>
        <dsp:cNvSpPr/>
      </dsp:nvSpPr>
      <dsp:spPr>
        <a:xfrm>
          <a:off x="7335591"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C13BAC-3592-4382-AF1C-04B4E965028A}">
      <dsp:nvSpPr>
        <dsp:cNvPr id="0" name=""/>
        <dsp:cNvSpPr/>
      </dsp:nvSpPr>
      <dsp:spPr>
        <a:xfrm>
          <a:off x="7520917"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C1E735-4AC4-4D26-A95E-E5DEA3AC9551}">
      <dsp:nvSpPr>
        <dsp:cNvPr id="0" name=""/>
        <dsp:cNvSpPr/>
      </dsp:nvSpPr>
      <dsp:spPr>
        <a:xfrm>
          <a:off x="7057602"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solidFill>
                <a:schemeClr val="bg1"/>
              </a:solidFill>
            </a:rPr>
            <a:t>✅ Conservation</a:t>
          </a:r>
        </a:p>
      </dsp:txBody>
      <dsp:txXfrm>
        <a:off x="7057602" y="1141589"/>
        <a:ext cx="1425585" cy="570234"/>
      </dsp:txXfrm>
    </dsp:sp>
    <dsp:sp modelId="{1C330CA8-E9B9-4F3B-BF79-321D65C86496}">
      <dsp:nvSpPr>
        <dsp:cNvPr id="0" name=""/>
        <dsp:cNvSpPr/>
      </dsp:nvSpPr>
      <dsp:spPr>
        <a:xfrm>
          <a:off x="9010654" y="1121"/>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50834-BF2F-4CC0-BDF1-1D4D4006388A}">
      <dsp:nvSpPr>
        <dsp:cNvPr id="0" name=""/>
        <dsp:cNvSpPr/>
      </dsp:nvSpPr>
      <dsp:spPr>
        <a:xfrm>
          <a:off x="9195981" y="186447"/>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C3AFFA-6B76-4250-AC52-766F7EFD25EA}">
      <dsp:nvSpPr>
        <dsp:cNvPr id="0" name=""/>
        <dsp:cNvSpPr/>
      </dsp:nvSpPr>
      <dsp:spPr>
        <a:xfrm>
          <a:off x="8732665" y="11415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t>✅ </a:t>
          </a:r>
          <a:r>
            <a:rPr lang="en-US" sz="1300" kern="1200" dirty="0">
              <a:solidFill>
                <a:schemeClr val="bg1"/>
              </a:solidFill>
            </a:rPr>
            <a:t>Plant nutrition</a:t>
          </a:r>
        </a:p>
      </dsp:txBody>
      <dsp:txXfrm>
        <a:off x="8732665" y="1141589"/>
        <a:ext cx="1425585" cy="570234"/>
      </dsp:txXfrm>
    </dsp:sp>
    <dsp:sp modelId="{F9F2B9B5-47A3-4C67-9EA4-19D411B54341}">
      <dsp:nvSpPr>
        <dsp:cNvPr id="0" name=""/>
        <dsp:cNvSpPr/>
      </dsp:nvSpPr>
      <dsp:spPr>
        <a:xfrm>
          <a:off x="4822996" y="2068220"/>
          <a:ext cx="869607" cy="86960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AC2E0E-BF27-4736-AA16-FE5FAC343581}">
      <dsp:nvSpPr>
        <dsp:cNvPr id="0" name=""/>
        <dsp:cNvSpPr/>
      </dsp:nvSpPr>
      <dsp:spPr>
        <a:xfrm>
          <a:off x="5008322" y="2253546"/>
          <a:ext cx="498955" cy="4989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0753ED-62FD-4A2D-8FDB-31DFE8F4C541}">
      <dsp:nvSpPr>
        <dsp:cNvPr id="0" name=""/>
        <dsp:cNvSpPr/>
      </dsp:nvSpPr>
      <dsp:spPr>
        <a:xfrm>
          <a:off x="4545007" y="3208689"/>
          <a:ext cx="1425585" cy="57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dirty="0">
              <a:solidFill>
                <a:schemeClr val="bg1"/>
              </a:solidFill>
            </a:rPr>
            <a:t>Thank you for exploring!</a:t>
          </a:r>
        </a:p>
      </dsp:txBody>
      <dsp:txXfrm>
        <a:off x="4545007" y="3208689"/>
        <a:ext cx="1425585" cy="5702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051891-BBCC-DC8E-E9BA-4F7A123D1E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582324-4C68-F23C-EE3B-EFF7021ED8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9D19BC-BC91-B04F-A810-7924DF30A494}" type="datetimeFigureOut">
              <a:rPr lang="en-US" smtClean="0"/>
              <a:t>8/12/26</a:t>
            </a:fld>
            <a:endParaRPr lang="en-US"/>
          </a:p>
        </p:txBody>
      </p:sp>
      <p:sp>
        <p:nvSpPr>
          <p:cNvPr id="4" name="Footer Placeholder 3">
            <a:extLst>
              <a:ext uri="{FF2B5EF4-FFF2-40B4-BE49-F238E27FC236}">
                <a16:creationId xmlns:a16="http://schemas.microsoft.com/office/drawing/2014/main" id="{BA81EFDE-0FE4-DCE2-1D02-0FA5A77744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Discovering Plants</a:t>
            </a:r>
          </a:p>
        </p:txBody>
      </p:sp>
      <p:sp>
        <p:nvSpPr>
          <p:cNvPr id="5" name="Slide Number Placeholder 4">
            <a:extLst>
              <a:ext uri="{FF2B5EF4-FFF2-40B4-BE49-F238E27FC236}">
                <a16:creationId xmlns:a16="http://schemas.microsoft.com/office/drawing/2014/main" id="{D98D54CC-29D2-43FE-FBD1-501A20C6A0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51CE55-8D45-EC43-A98A-8F7A488654FE}" type="slidenum">
              <a:rPr lang="en-US" smtClean="0"/>
              <a:t>‹#›</a:t>
            </a:fld>
            <a:endParaRPr lang="en-US"/>
          </a:p>
        </p:txBody>
      </p:sp>
    </p:spTree>
    <p:extLst>
      <p:ext uri="{BB962C8B-B14F-4D97-AF65-F5344CB8AC3E}">
        <p14:creationId xmlns:p14="http://schemas.microsoft.com/office/powerpoint/2010/main" val="18304874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6531A-AB2C-E94B-8E43-FAA72E3E54CE}" type="datetimeFigureOut">
              <a:rPr lang="en-US" smtClean="0"/>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Discovering Plants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809C2-3EB4-4F4A-8F43-CE8B9D2E2427}" type="slidenum">
              <a:rPr lang="en-US" smtClean="0"/>
              <a:t>‹#›</a:t>
            </a:fld>
            <a:endParaRPr lang="en-US"/>
          </a:p>
        </p:txBody>
      </p:sp>
    </p:spTree>
    <p:extLst>
      <p:ext uri="{BB962C8B-B14F-4D97-AF65-F5344CB8AC3E}">
        <p14:creationId xmlns:p14="http://schemas.microsoft.com/office/powerpoint/2010/main" val="31022150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F809C2-3EB4-4F4A-8F43-CE8B9D2E2427}" type="slidenum">
              <a:rPr lang="en-US" smtClean="0"/>
              <a:t>4</a:t>
            </a:fld>
            <a:endParaRPr lang="en-US"/>
          </a:p>
        </p:txBody>
      </p:sp>
      <p:sp>
        <p:nvSpPr>
          <p:cNvPr id="5" name="Footer Placeholder 4">
            <a:extLst>
              <a:ext uri="{FF2B5EF4-FFF2-40B4-BE49-F238E27FC236}">
                <a16:creationId xmlns:a16="http://schemas.microsoft.com/office/drawing/2014/main" id="{AE35F257-BC8C-53F7-E5DB-122AE9456C45}"/>
              </a:ext>
            </a:extLst>
          </p:cNvPr>
          <p:cNvSpPr>
            <a:spLocks noGrp="1"/>
          </p:cNvSpPr>
          <p:nvPr>
            <p:ph type="ftr" sz="quarter" idx="4"/>
          </p:nvPr>
        </p:nvSpPr>
        <p:spPr/>
        <p:txBody>
          <a:bodyPr/>
          <a:lstStyle/>
          <a:p>
            <a:r>
              <a:rPr lang="en-US"/>
              <a:t>Discovering Plants</a:t>
            </a:r>
          </a:p>
        </p:txBody>
      </p:sp>
    </p:spTree>
    <p:extLst>
      <p:ext uri="{BB962C8B-B14F-4D97-AF65-F5344CB8AC3E}">
        <p14:creationId xmlns:p14="http://schemas.microsoft.com/office/powerpoint/2010/main" val="3973006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7C67-6F87-4269-FF9E-B4EF37A9C6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FC8811-47AB-C7CD-1C05-6470347F56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4834C2-DFBA-2950-C504-A9248F64F704}"/>
              </a:ext>
            </a:extLst>
          </p:cNvPr>
          <p:cNvSpPr>
            <a:spLocks noGrp="1"/>
          </p:cNvSpPr>
          <p:nvPr>
            <p:ph type="dt" sz="half" idx="10"/>
          </p:nvPr>
        </p:nvSpPr>
        <p:spPr/>
        <p:txBody>
          <a:bodyPr/>
          <a:lstStyle/>
          <a:p>
            <a:fld id="{A05B233E-E393-9F4F-A7AC-8757FECF4FC3}" type="datetime1">
              <a:rPr lang="en-US" smtClean="0"/>
              <a:t>8/12/26</a:t>
            </a:fld>
            <a:endParaRPr lang="en-US"/>
          </a:p>
        </p:txBody>
      </p:sp>
      <p:sp>
        <p:nvSpPr>
          <p:cNvPr id="5" name="Footer Placeholder 4">
            <a:extLst>
              <a:ext uri="{FF2B5EF4-FFF2-40B4-BE49-F238E27FC236}">
                <a16:creationId xmlns:a16="http://schemas.microsoft.com/office/drawing/2014/main" id="{25110F13-2EA7-6BCD-123E-AFB27084DEBA}"/>
              </a:ext>
            </a:extLst>
          </p:cNvPr>
          <p:cNvSpPr>
            <a:spLocks noGrp="1"/>
          </p:cNvSpPr>
          <p:nvPr>
            <p:ph type="ftr" sz="quarter" idx="11"/>
          </p:nvPr>
        </p:nvSpPr>
        <p:spPr/>
        <p:txBody>
          <a:bodyPr/>
          <a:lstStyle>
            <a:lvl1pPr>
              <a:defRPr>
                <a:solidFill>
                  <a:srgbClr val="FFC000"/>
                </a:solidFill>
              </a:defRPr>
            </a:lvl1pPr>
          </a:lstStyle>
          <a:p>
            <a:r>
              <a:rPr lang="en-US" dirty="0"/>
              <a:t>Discovering Plants</a:t>
            </a:r>
          </a:p>
        </p:txBody>
      </p:sp>
      <p:sp>
        <p:nvSpPr>
          <p:cNvPr id="6" name="Slide Number Placeholder 5">
            <a:extLst>
              <a:ext uri="{FF2B5EF4-FFF2-40B4-BE49-F238E27FC236}">
                <a16:creationId xmlns:a16="http://schemas.microsoft.com/office/drawing/2014/main" id="{1CA5B133-A2C6-3DED-78BB-94E4F0613B13}"/>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1687569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5D38-E13D-3B20-1B20-964EC0B3BC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74ADB9-2411-77ED-E413-924AF30F4CFA}"/>
              </a:ext>
            </a:extLst>
          </p:cNvPr>
          <p:cNvSpPr>
            <a:spLocks noGrp="1"/>
          </p:cNvSpPr>
          <p:nvPr>
            <p:ph idx="1"/>
          </p:nvPr>
        </p:nvSpPr>
        <p:spPr>
          <a:xfrm>
            <a:off x="727364" y="1538977"/>
            <a:ext cx="10515600" cy="37800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DF8F04-79DE-D293-B79B-B13C62AFC9E8}"/>
              </a:ext>
            </a:extLst>
          </p:cNvPr>
          <p:cNvSpPr>
            <a:spLocks noGrp="1"/>
          </p:cNvSpPr>
          <p:nvPr>
            <p:ph type="dt" sz="half" idx="10"/>
          </p:nvPr>
        </p:nvSpPr>
        <p:spPr/>
        <p:txBody>
          <a:bodyPr/>
          <a:lstStyle/>
          <a:p>
            <a:fld id="{F1EF630F-E7EC-D04B-B5EE-E029C791642E}" type="datetime1">
              <a:rPr lang="en-US" smtClean="0"/>
              <a:t>8/12/26</a:t>
            </a:fld>
            <a:endParaRPr lang="en-US"/>
          </a:p>
        </p:txBody>
      </p:sp>
      <p:sp>
        <p:nvSpPr>
          <p:cNvPr id="5" name="Footer Placeholder 4">
            <a:extLst>
              <a:ext uri="{FF2B5EF4-FFF2-40B4-BE49-F238E27FC236}">
                <a16:creationId xmlns:a16="http://schemas.microsoft.com/office/drawing/2014/main" id="{81298642-A3F0-3578-2804-B6CA3E922FF1}"/>
              </a:ext>
            </a:extLst>
          </p:cNvPr>
          <p:cNvSpPr>
            <a:spLocks noGrp="1"/>
          </p:cNvSpPr>
          <p:nvPr>
            <p:ph type="ftr" sz="quarter" idx="11"/>
          </p:nvPr>
        </p:nvSpPr>
        <p:spPr/>
        <p:txBody>
          <a:bodyPr/>
          <a:lstStyle>
            <a:lvl1pPr>
              <a:defRPr>
                <a:solidFill>
                  <a:srgbClr val="FFC000"/>
                </a:solidFill>
              </a:defRPr>
            </a:lvl1pPr>
          </a:lstStyle>
          <a:p>
            <a:r>
              <a:rPr lang="en-US" dirty="0"/>
              <a:t>Discovering Plants</a:t>
            </a:r>
          </a:p>
        </p:txBody>
      </p:sp>
      <p:sp>
        <p:nvSpPr>
          <p:cNvPr id="6" name="Slide Number Placeholder 5">
            <a:extLst>
              <a:ext uri="{FF2B5EF4-FFF2-40B4-BE49-F238E27FC236}">
                <a16:creationId xmlns:a16="http://schemas.microsoft.com/office/drawing/2014/main" id="{CC040BB9-4254-E708-4868-A178CF4B2708}"/>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217454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2D95-8E9E-B010-1483-71BF4A052F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F75BC4-93E7-CFEB-421E-F903D51156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01DB1A-4AB8-34EB-052D-F02E9C64E145}"/>
              </a:ext>
            </a:extLst>
          </p:cNvPr>
          <p:cNvSpPr>
            <a:spLocks noGrp="1"/>
          </p:cNvSpPr>
          <p:nvPr>
            <p:ph type="dt" sz="half" idx="10"/>
          </p:nvPr>
        </p:nvSpPr>
        <p:spPr/>
        <p:txBody>
          <a:bodyPr/>
          <a:lstStyle/>
          <a:p>
            <a:fld id="{83202BA7-D19A-E348-B6E2-0115D7B68E7A}" type="datetime1">
              <a:rPr lang="en-US" smtClean="0"/>
              <a:t>8/12/26</a:t>
            </a:fld>
            <a:endParaRPr lang="en-US"/>
          </a:p>
        </p:txBody>
      </p:sp>
      <p:sp>
        <p:nvSpPr>
          <p:cNvPr id="5" name="Footer Placeholder 4">
            <a:extLst>
              <a:ext uri="{FF2B5EF4-FFF2-40B4-BE49-F238E27FC236}">
                <a16:creationId xmlns:a16="http://schemas.microsoft.com/office/drawing/2014/main" id="{2FE9BF16-C3C8-D2FD-C126-26064A1ED5EB}"/>
              </a:ext>
            </a:extLst>
          </p:cNvPr>
          <p:cNvSpPr>
            <a:spLocks noGrp="1"/>
          </p:cNvSpPr>
          <p:nvPr>
            <p:ph type="ftr" sz="quarter" idx="11"/>
          </p:nvPr>
        </p:nvSpPr>
        <p:spPr/>
        <p:txBody>
          <a:bodyPr/>
          <a:lstStyle/>
          <a:p>
            <a:r>
              <a:rPr lang="en-US"/>
              <a:t>Discovering Plants</a:t>
            </a:r>
          </a:p>
        </p:txBody>
      </p:sp>
      <p:sp>
        <p:nvSpPr>
          <p:cNvPr id="6" name="Slide Number Placeholder 5">
            <a:extLst>
              <a:ext uri="{FF2B5EF4-FFF2-40B4-BE49-F238E27FC236}">
                <a16:creationId xmlns:a16="http://schemas.microsoft.com/office/drawing/2014/main" id="{4A67037F-96D3-6367-78E5-F0887A1D4270}"/>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913901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5990-90EF-6BF2-04E2-D22E29D75C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A8F40-34F7-572F-AD00-16DC5FE70728}"/>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055BCF6-0099-3C6C-9D58-11E4554877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7C8BF-478D-63BA-4AD5-73F5E2740671}"/>
              </a:ext>
            </a:extLst>
          </p:cNvPr>
          <p:cNvSpPr>
            <a:spLocks noGrp="1"/>
          </p:cNvSpPr>
          <p:nvPr>
            <p:ph type="dt" sz="half" idx="10"/>
          </p:nvPr>
        </p:nvSpPr>
        <p:spPr/>
        <p:txBody>
          <a:bodyPr/>
          <a:lstStyle/>
          <a:p>
            <a:fld id="{A4543A8D-A10E-D74C-8225-AC850B57B1FA}" type="datetime1">
              <a:rPr lang="en-US" smtClean="0"/>
              <a:t>8/12/26</a:t>
            </a:fld>
            <a:endParaRPr lang="en-US"/>
          </a:p>
        </p:txBody>
      </p:sp>
      <p:sp>
        <p:nvSpPr>
          <p:cNvPr id="6" name="Footer Placeholder 5">
            <a:extLst>
              <a:ext uri="{FF2B5EF4-FFF2-40B4-BE49-F238E27FC236}">
                <a16:creationId xmlns:a16="http://schemas.microsoft.com/office/drawing/2014/main" id="{5FA90C4E-D29A-6F0C-D898-F69B44A8A3C8}"/>
              </a:ext>
            </a:extLst>
          </p:cNvPr>
          <p:cNvSpPr>
            <a:spLocks noGrp="1"/>
          </p:cNvSpPr>
          <p:nvPr>
            <p:ph type="ftr" sz="quarter" idx="11"/>
          </p:nvPr>
        </p:nvSpPr>
        <p:spPr/>
        <p:txBody>
          <a:bodyPr/>
          <a:lstStyle/>
          <a:p>
            <a:r>
              <a:rPr lang="en-US"/>
              <a:t>Discovering Plants</a:t>
            </a:r>
          </a:p>
        </p:txBody>
      </p:sp>
      <p:sp>
        <p:nvSpPr>
          <p:cNvPr id="7" name="Slide Number Placeholder 6">
            <a:extLst>
              <a:ext uri="{FF2B5EF4-FFF2-40B4-BE49-F238E27FC236}">
                <a16:creationId xmlns:a16="http://schemas.microsoft.com/office/drawing/2014/main" id="{91B4FA39-3B7F-571B-A8FE-19372C3E7FD8}"/>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1205144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B4D8-370B-AC93-03FA-F6F4443102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3D9E76-B3D1-F5F2-E37F-76706A016F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E417BC-9634-8EB9-40AE-C0DA8E40AF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5EC32C-D704-F9CA-252F-CC22C63604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E05BAE-C111-8FA6-C761-EC0A35BF9C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32C3AD-7CAD-FA30-C6D7-A1A1C5475F4A}"/>
              </a:ext>
            </a:extLst>
          </p:cNvPr>
          <p:cNvSpPr>
            <a:spLocks noGrp="1"/>
          </p:cNvSpPr>
          <p:nvPr>
            <p:ph type="dt" sz="half" idx="10"/>
          </p:nvPr>
        </p:nvSpPr>
        <p:spPr/>
        <p:txBody>
          <a:bodyPr/>
          <a:lstStyle/>
          <a:p>
            <a:fld id="{0E900E16-5E52-6A44-99E4-32E575F02B25}" type="datetime1">
              <a:rPr lang="en-US" smtClean="0"/>
              <a:t>8/12/26</a:t>
            </a:fld>
            <a:endParaRPr lang="en-US"/>
          </a:p>
        </p:txBody>
      </p:sp>
      <p:sp>
        <p:nvSpPr>
          <p:cNvPr id="8" name="Footer Placeholder 7">
            <a:extLst>
              <a:ext uri="{FF2B5EF4-FFF2-40B4-BE49-F238E27FC236}">
                <a16:creationId xmlns:a16="http://schemas.microsoft.com/office/drawing/2014/main" id="{CA93196E-ADFA-EFD2-0531-31D46BA12F3B}"/>
              </a:ext>
            </a:extLst>
          </p:cNvPr>
          <p:cNvSpPr>
            <a:spLocks noGrp="1"/>
          </p:cNvSpPr>
          <p:nvPr>
            <p:ph type="ftr" sz="quarter" idx="11"/>
          </p:nvPr>
        </p:nvSpPr>
        <p:spPr/>
        <p:txBody>
          <a:bodyPr/>
          <a:lstStyle/>
          <a:p>
            <a:r>
              <a:rPr lang="en-US"/>
              <a:t>Discovering Plants</a:t>
            </a:r>
          </a:p>
        </p:txBody>
      </p:sp>
      <p:sp>
        <p:nvSpPr>
          <p:cNvPr id="9" name="Slide Number Placeholder 8">
            <a:extLst>
              <a:ext uri="{FF2B5EF4-FFF2-40B4-BE49-F238E27FC236}">
                <a16:creationId xmlns:a16="http://schemas.microsoft.com/office/drawing/2014/main" id="{D36B7BA3-D68C-1500-66F2-81A22C39C1C4}"/>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3671211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0B70B-723C-14B9-10D2-0C05A39FD1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91025A-A3FC-B344-91C7-DA655949EFFE}"/>
              </a:ext>
            </a:extLst>
          </p:cNvPr>
          <p:cNvSpPr>
            <a:spLocks noGrp="1"/>
          </p:cNvSpPr>
          <p:nvPr>
            <p:ph type="dt" sz="half" idx="10"/>
          </p:nvPr>
        </p:nvSpPr>
        <p:spPr/>
        <p:txBody>
          <a:bodyPr/>
          <a:lstStyle/>
          <a:p>
            <a:fld id="{D7570B5D-51A3-0A42-8C10-7D55827F4499}" type="datetime1">
              <a:rPr lang="en-US" smtClean="0"/>
              <a:t>8/12/26</a:t>
            </a:fld>
            <a:endParaRPr lang="en-US"/>
          </a:p>
        </p:txBody>
      </p:sp>
      <p:sp>
        <p:nvSpPr>
          <p:cNvPr id="4" name="Footer Placeholder 3">
            <a:extLst>
              <a:ext uri="{FF2B5EF4-FFF2-40B4-BE49-F238E27FC236}">
                <a16:creationId xmlns:a16="http://schemas.microsoft.com/office/drawing/2014/main" id="{18A1FD8F-9280-3280-19C3-50D1DE15082C}"/>
              </a:ext>
            </a:extLst>
          </p:cNvPr>
          <p:cNvSpPr>
            <a:spLocks noGrp="1"/>
          </p:cNvSpPr>
          <p:nvPr>
            <p:ph type="ftr" sz="quarter" idx="11"/>
          </p:nvPr>
        </p:nvSpPr>
        <p:spPr/>
        <p:txBody>
          <a:bodyPr/>
          <a:lstStyle/>
          <a:p>
            <a:r>
              <a:rPr lang="en-US"/>
              <a:t>Discovering Plants</a:t>
            </a:r>
          </a:p>
        </p:txBody>
      </p:sp>
      <p:sp>
        <p:nvSpPr>
          <p:cNvPr id="5" name="Slide Number Placeholder 4">
            <a:extLst>
              <a:ext uri="{FF2B5EF4-FFF2-40B4-BE49-F238E27FC236}">
                <a16:creationId xmlns:a16="http://schemas.microsoft.com/office/drawing/2014/main" id="{FE18126F-6125-DC74-9C9F-8AA8267FC442}"/>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711684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F4301-FBE6-4803-F584-C9452FAE7EB9}"/>
              </a:ext>
            </a:extLst>
          </p:cNvPr>
          <p:cNvSpPr>
            <a:spLocks noGrp="1"/>
          </p:cNvSpPr>
          <p:nvPr>
            <p:ph type="dt" sz="half" idx="10"/>
          </p:nvPr>
        </p:nvSpPr>
        <p:spPr/>
        <p:txBody>
          <a:bodyPr/>
          <a:lstStyle/>
          <a:p>
            <a:fld id="{27AC533E-2F2A-B443-895C-B64DE0EBCA70}" type="datetime1">
              <a:rPr lang="en-US" smtClean="0"/>
              <a:t>8/12/26</a:t>
            </a:fld>
            <a:endParaRPr lang="en-US"/>
          </a:p>
        </p:txBody>
      </p:sp>
      <p:sp>
        <p:nvSpPr>
          <p:cNvPr id="3" name="Footer Placeholder 2">
            <a:extLst>
              <a:ext uri="{FF2B5EF4-FFF2-40B4-BE49-F238E27FC236}">
                <a16:creationId xmlns:a16="http://schemas.microsoft.com/office/drawing/2014/main" id="{CAAA94BE-6726-6224-1996-2884EFAB54EC}"/>
              </a:ext>
            </a:extLst>
          </p:cNvPr>
          <p:cNvSpPr>
            <a:spLocks noGrp="1"/>
          </p:cNvSpPr>
          <p:nvPr>
            <p:ph type="ftr" sz="quarter" idx="11"/>
          </p:nvPr>
        </p:nvSpPr>
        <p:spPr/>
        <p:txBody>
          <a:bodyPr/>
          <a:lstStyle/>
          <a:p>
            <a:r>
              <a:rPr lang="en-US"/>
              <a:t>Discovering Plants</a:t>
            </a:r>
          </a:p>
        </p:txBody>
      </p:sp>
      <p:sp>
        <p:nvSpPr>
          <p:cNvPr id="4" name="Slide Number Placeholder 3">
            <a:extLst>
              <a:ext uri="{FF2B5EF4-FFF2-40B4-BE49-F238E27FC236}">
                <a16:creationId xmlns:a16="http://schemas.microsoft.com/office/drawing/2014/main" id="{0DE30213-48CB-AC24-4010-F90C17921EE7}"/>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1896821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AABD2-2663-8590-4BC6-BF8624E1E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C82D5A-3F77-6EAF-3014-2AEB3E765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43AAC9-104F-6378-0342-6B3497D6A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8A1A5-6DFB-5B1C-9D8E-5DD2C7F62311}"/>
              </a:ext>
            </a:extLst>
          </p:cNvPr>
          <p:cNvSpPr>
            <a:spLocks noGrp="1"/>
          </p:cNvSpPr>
          <p:nvPr>
            <p:ph type="dt" sz="half" idx="10"/>
          </p:nvPr>
        </p:nvSpPr>
        <p:spPr/>
        <p:txBody>
          <a:bodyPr/>
          <a:lstStyle/>
          <a:p>
            <a:fld id="{CC506A0D-D7E8-584F-85F2-1FEEA25776A3}" type="datetime1">
              <a:rPr lang="en-US" smtClean="0"/>
              <a:t>8/12/26</a:t>
            </a:fld>
            <a:endParaRPr lang="en-US"/>
          </a:p>
        </p:txBody>
      </p:sp>
      <p:sp>
        <p:nvSpPr>
          <p:cNvPr id="6" name="Footer Placeholder 5">
            <a:extLst>
              <a:ext uri="{FF2B5EF4-FFF2-40B4-BE49-F238E27FC236}">
                <a16:creationId xmlns:a16="http://schemas.microsoft.com/office/drawing/2014/main" id="{892876E4-509B-1559-4F14-6E33E0CF5E07}"/>
              </a:ext>
            </a:extLst>
          </p:cNvPr>
          <p:cNvSpPr>
            <a:spLocks noGrp="1"/>
          </p:cNvSpPr>
          <p:nvPr>
            <p:ph type="ftr" sz="quarter" idx="11"/>
          </p:nvPr>
        </p:nvSpPr>
        <p:spPr/>
        <p:txBody>
          <a:bodyPr/>
          <a:lstStyle/>
          <a:p>
            <a:r>
              <a:rPr lang="en-US"/>
              <a:t>Discovering Plants</a:t>
            </a:r>
          </a:p>
        </p:txBody>
      </p:sp>
      <p:sp>
        <p:nvSpPr>
          <p:cNvPr id="7" name="Slide Number Placeholder 6">
            <a:extLst>
              <a:ext uri="{FF2B5EF4-FFF2-40B4-BE49-F238E27FC236}">
                <a16:creationId xmlns:a16="http://schemas.microsoft.com/office/drawing/2014/main" id="{F03E00DA-FD9C-2465-9DAB-3976B14571F2}"/>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79687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C2EFB-CAE6-27E9-81FD-1CF9641400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F4751C-5CE6-8824-64FE-F234E9456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E389ED-9979-12DC-7FE1-56A5D87EB6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1315C-B391-5067-6E29-01770CF05BDC}"/>
              </a:ext>
            </a:extLst>
          </p:cNvPr>
          <p:cNvSpPr>
            <a:spLocks noGrp="1"/>
          </p:cNvSpPr>
          <p:nvPr>
            <p:ph type="dt" sz="half" idx="10"/>
          </p:nvPr>
        </p:nvSpPr>
        <p:spPr/>
        <p:txBody>
          <a:bodyPr/>
          <a:lstStyle/>
          <a:p>
            <a:fld id="{A644FBEF-4E1A-764C-84A6-EE787C5BF5BB}" type="datetime1">
              <a:rPr lang="en-US" smtClean="0"/>
              <a:t>8/12/26</a:t>
            </a:fld>
            <a:endParaRPr lang="en-US"/>
          </a:p>
        </p:txBody>
      </p:sp>
      <p:sp>
        <p:nvSpPr>
          <p:cNvPr id="6" name="Footer Placeholder 5">
            <a:extLst>
              <a:ext uri="{FF2B5EF4-FFF2-40B4-BE49-F238E27FC236}">
                <a16:creationId xmlns:a16="http://schemas.microsoft.com/office/drawing/2014/main" id="{203EAB6E-DA72-765A-7D7B-6A662F667C80}"/>
              </a:ext>
            </a:extLst>
          </p:cNvPr>
          <p:cNvSpPr>
            <a:spLocks noGrp="1"/>
          </p:cNvSpPr>
          <p:nvPr>
            <p:ph type="ftr" sz="quarter" idx="11"/>
          </p:nvPr>
        </p:nvSpPr>
        <p:spPr/>
        <p:txBody>
          <a:bodyPr/>
          <a:lstStyle/>
          <a:p>
            <a:r>
              <a:rPr lang="en-US"/>
              <a:t>Discovering Plants</a:t>
            </a:r>
          </a:p>
        </p:txBody>
      </p:sp>
      <p:sp>
        <p:nvSpPr>
          <p:cNvPr id="7" name="Slide Number Placeholder 6">
            <a:extLst>
              <a:ext uri="{FF2B5EF4-FFF2-40B4-BE49-F238E27FC236}">
                <a16:creationId xmlns:a16="http://schemas.microsoft.com/office/drawing/2014/main" id="{C683A17D-9705-D389-7AEB-AD0150675564}"/>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1032477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BC6F-BEC8-DED5-7816-EDB72196C2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8EBEB3-1E04-61F2-E60F-8CBAE6272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A265BE-00AC-8338-D34D-56007A06D447}"/>
              </a:ext>
            </a:extLst>
          </p:cNvPr>
          <p:cNvSpPr>
            <a:spLocks noGrp="1"/>
          </p:cNvSpPr>
          <p:nvPr>
            <p:ph type="dt" sz="half" idx="10"/>
          </p:nvPr>
        </p:nvSpPr>
        <p:spPr/>
        <p:txBody>
          <a:bodyPr/>
          <a:lstStyle/>
          <a:p>
            <a:fld id="{B8BFDAC3-1A1D-1A46-B95C-B080C08FCCDA}" type="datetime1">
              <a:rPr lang="en-US" smtClean="0"/>
              <a:t>8/12/26</a:t>
            </a:fld>
            <a:endParaRPr lang="en-US"/>
          </a:p>
        </p:txBody>
      </p:sp>
      <p:sp>
        <p:nvSpPr>
          <p:cNvPr id="5" name="Footer Placeholder 4">
            <a:extLst>
              <a:ext uri="{FF2B5EF4-FFF2-40B4-BE49-F238E27FC236}">
                <a16:creationId xmlns:a16="http://schemas.microsoft.com/office/drawing/2014/main" id="{1B24558D-1504-C1F6-8F50-86EEA780C7CE}"/>
              </a:ext>
            </a:extLst>
          </p:cNvPr>
          <p:cNvSpPr>
            <a:spLocks noGrp="1"/>
          </p:cNvSpPr>
          <p:nvPr>
            <p:ph type="ftr" sz="quarter" idx="11"/>
          </p:nvPr>
        </p:nvSpPr>
        <p:spPr/>
        <p:txBody>
          <a:bodyPr/>
          <a:lstStyle/>
          <a:p>
            <a:r>
              <a:rPr lang="en-US"/>
              <a:t>Discovering Plants</a:t>
            </a:r>
          </a:p>
        </p:txBody>
      </p:sp>
      <p:sp>
        <p:nvSpPr>
          <p:cNvPr id="6" name="Slide Number Placeholder 5">
            <a:extLst>
              <a:ext uri="{FF2B5EF4-FFF2-40B4-BE49-F238E27FC236}">
                <a16:creationId xmlns:a16="http://schemas.microsoft.com/office/drawing/2014/main" id="{78F1F5D0-406F-2DE3-6490-D15DAC214FF4}"/>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1207065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C44F63-BC48-3E8D-399A-E071F2A148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9A1F14-435A-B805-B13A-5BB1C3884A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BEC6A-96D7-1693-F676-17A80A648976}"/>
              </a:ext>
            </a:extLst>
          </p:cNvPr>
          <p:cNvSpPr>
            <a:spLocks noGrp="1"/>
          </p:cNvSpPr>
          <p:nvPr>
            <p:ph type="dt" sz="half" idx="10"/>
          </p:nvPr>
        </p:nvSpPr>
        <p:spPr/>
        <p:txBody>
          <a:bodyPr/>
          <a:lstStyle/>
          <a:p>
            <a:fld id="{C2562115-A47F-B048-B747-FE4538EBEF2D}" type="datetime1">
              <a:rPr lang="en-US" smtClean="0"/>
              <a:t>8/12/26</a:t>
            </a:fld>
            <a:endParaRPr lang="en-US"/>
          </a:p>
        </p:txBody>
      </p:sp>
      <p:sp>
        <p:nvSpPr>
          <p:cNvPr id="5" name="Footer Placeholder 4">
            <a:extLst>
              <a:ext uri="{FF2B5EF4-FFF2-40B4-BE49-F238E27FC236}">
                <a16:creationId xmlns:a16="http://schemas.microsoft.com/office/drawing/2014/main" id="{87C734ED-4542-2F3D-76C8-335BE5CA8334}"/>
              </a:ext>
            </a:extLst>
          </p:cNvPr>
          <p:cNvSpPr>
            <a:spLocks noGrp="1"/>
          </p:cNvSpPr>
          <p:nvPr>
            <p:ph type="ftr" sz="quarter" idx="11"/>
          </p:nvPr>
        </p:nvSpPr>
        <p:spPr/>
        <p:txBody>
          <a:bodyPr/>
          <a:lstStyle/>
          <a:p>
            <a:r>
              <a:rPr lang="en-US"/>
              <a:t>Discovering Plants</a:t>
            </a:r>
          </a:p>
        </p:txBody>
      </p:sp>
      <p:sp>
        <p:nvSpPr>
          <p:cNvPr id="6" name="Slide Number Placeholder 5">
            <a:extLst>
              <a:ext uri="{FF2B5EF4-FFF2-40B4-BE49-F238E27FC236}">
                <a16:creationId xmlns:a16="http://schemas.microsoft.com/office/drawing/2014/main" id="{1A041091-126F-22EB-D924-2ED22673327F}"/>
              </a:ext>
            </a:extLst>
          </p:cNvPr>
          <p:cNvSpPr>
            <a:spLocks noGrp="1"/>
          </p:cNvSpPr>
          <p:nvPr>
            <p:ph type="sldNum" sz="quarter" idx="12"/>
          </p:nvPr>
        </p:nvSpPr>
        <p:spPr/>
        <p:txBody>
          <a:bodyPr/>
          <a:lstStyle/>
          <a:p>
            <a:fld id="{6A2A5B72-C4FF-EE4B-BBA1-0B0C334ACFB9}" type="slidenum">
              <a:rPr lang="en-US" smtClean="0"/>
              <a:t>‹#›</a:t>
            </a:fld>
            <a:endParaRPr lang="en-US"/>
          </a:p>
        </p:txBody>
      </p:sp>
    </p:spTree>
    <p:extLst>
      <p:ext uri="{BB962C8B-B14F-4D97-AF65-F5344CB8AC3E}">
        <p14:creationId xmlns:p14="http://schemas.microsoft.com/office/powerpoint/2010/main" val="417926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s/slide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D0C472-F6F1-FACC-9711-5BD207AE12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62E0FA-474D-D83C-1CF5-7B40BB5F6FE9}"/>
              </a:ext>
            </a:extLst>
          </p:cNvPr>
          <p:cNvSpPr>
            <a:spLocks noGrp="1"/>
          </p:cNvSpPr>
          <p:nvPr>
            <p:ph type="body" idx="1"/>
          </p:nvPr>
        </p:nvSpPr>
        <p:spPr>
          <a:xfrm>
            <a:off x="838200" y="1825625"/>
            <a:ext cx="10515600" cy="325405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CF67144-1646-D60E-82EC-9DC565D5E2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5D6F50-55DA-6E43-A33F-14F357543D1C}" type="datetime1">
              <a:rPr lang="en-US" smtClean="0"/>
              <a:t>8/12/26</a:t>
            </a:fld>
            <a:endParaRPr lang="en-US" dirty="0"/>
          </a:p>
        </p:txBody>
      </p:sp>
      <p:sp>
        <p:nvSpPr>
          <p:cNvPr id="5" name="Footer Placeholder 4">
            <a:extLst>
              <a:ext uri="{FF2B5EF4-FFF2-40B4-BE49-F238E27FC236}">
                <a16:creationId xmlns:a16="http://schemas.microsoft.com/office/drawing/2014/main" id="{E4D6A6B3-B100-D12D-DCF3-0003D9AB91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solidFill>
                  <a:srgbClr val="FFC000"/>
                </a:solidFill>
              </a:rPr>
              <a:t>Discovering</a:t>
            </a:r>
            <a:r>
              <a:rPr lang="en-US" dirty="0"/>
              <a:t> </a:t>
            </a:r>
            <a:r>
              <a:rPr lang="en-US" dirty="0">
                <a:solidFill>
                  <a:srgbClr val="FFC000"/>
                </a:solidFill>
              </a:rPr>
              <a:t>Plants</a:t>
            </a:r>
          </a:p>
        </p:txBody>
      </p:sp>
      <p:sp>
        <p:nvSpPr>
          <p:cNvPr id="6" name="Slide Number Placeholder 5">
            <a:extLst>
              <a:ext uri="{FF2B5EF4-FFF2-40B4-BE49-F238E27FC236}">
                <a16:creationId xmlns:a16="http://schemas.microsoft.com/office/drawing/2014/main" id="{96BA8269-EDC5-4BFE-6AB1-4F25C4B981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2A5B72-C4FF-EE4B-BBA1-0B0C334ACFB9}" type="slidenum">
              <a:rPr lang="en-US" smtClean="0"/>
              <a:t>‹#›</a:t>
            </a:fld>
            <a:endParaRPr lang="en-US"/>
          </a:p>
        </p:txBody>
      </p:sp>
      <p:sp>
        <p:nvSpPr>
          <p:cNvPr id="7" name="Rounded Rectangle 6">
            <a:hlinkClick r:id="rId13" action="ppaction://hlinksldjump"/>
            <a:extLst>
              <a:ext uri="{FF2B5EF4-FFF2-40B4-BE49-F238E27FC236}">
                <a16:creationId xmlns:a16="http://schemas.microsoft.com/office/drawing/2014/main" id="{37FD4229-7AD5-595B-B660-1D3CE150C3DC}"/>
              </a:ext>
            </a:extLst>
          </p:cNvPr>
          <p:cNvSpPr/>
          <p:nvPr userDrawn="1"/>
        </p:nvSpPr>
        <p:spPr>
          <a:xfrm>
            <a:off x="1618952" y="5464797"/>
            <a:ext cx="1420837" cy="506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hlinkClick r:id="rId13" action="ppaction://hlinksldjump"/>
              </a:rPr>
              <a:t> </a:t>
            </a:r>
            <a:r>
              <a:rPr lang="en-US" dirty="0"/>
              <a:t>Main Menu</a:t>
            </a:r>
          </a:p>
        </p:txBody>
      </p:sp>
      <p:sp>
        <p:nvSpPr>
          <p:cNvPr id="11" name="Oval 10">
            <a:extLst>
              <a:ext uri="{FF2B5EF4-FFF2-40B4-BE49-F238E27FC236}">
                <a16:creationId xmlns:a16="http://schemas.microsoft.com/office/drawing/2014/main" id="{0ECAB8E9-985E-02EE-1D76-C81300437E6E}"/>
              </a:ext>
            </a:extLst>
          </p:cNvPr>
          <p:cNvSpPr/>
          <p:nvPr userDrawn="1"/>
        </p:nvSpPr>
        <p:spPr>
          <a:xfrm>
            <a:off x="9152211" y="632350"/>
            <a:ext cx="1420837" cy="1103582"/>
          </a:xfrm>
          <a:prstGeom prst="ellipse">
            <a:avLst/>
          </a:prstGeom>
          <a:blipFill dpi="0" rotWithShape="1">
            <a:blip r:embed="rId1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2" name="Oval 11">
            <a:extLst>
              <a:ext uri="{FF2B5EF4-FFF2-40B4-BE49-F238E27FC236}">
                <a16:creationId xmlns:a16="http://schemas.microsoft.com/office/drawing/2014/main" id="{86DF2783-5149-A0D4-B2DA-21FDBAADFEC2}"/>
              </a:ext>
            </a:extLst>
          </p:cNvPr>
          <p:cNvSpPr/>
          <p:nvPr userDrawn="1"/>
        </p:nvSpPr>
        <p:spPr>
          <a:xfrm>
            <a:off x="9679164" y="410369"/>
            <a:ext cx="1420837" cy="1103582"/>
          </a:xfrm>
          <a:prstGeom prst="ellipse">
            <a:avLst/>
          </a:prstGeom>
          <a:blipFill dpi="0" rotWithShape="1">
            <a:blip r:embed="rId1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3" name="Oval 12">
            <a:extLst>
              <a:ext uri="{FF2B5EF4-FFF2-40B4-BE49-F238E27FC236}">
                <a16:creationId xmlns:a16="http://schemas.microsoft.com/office/drawing/2014/main" id="{D8D753C8-FCB6-5F2B-6743-91AB56E72596}"/>
              </a:ext>
            </a:extLst>
          </p:cNvPr>
          <p:cNvSpPr/>
          <p:nvPr userDrawn="1"/>
        </p:nvSpPr>
        <p:spPr>
          <a:xfrm>
            <a:off x="10253005" y="275432"/>
            <a:ext cx="1420837" cy="1103582"/>
          </a:xfrm>
          <a:prstGeom prst="ellipse">
            <a:avLst/>
          </a:prstGeom>
          <a:blipFill dpi="0" rotWithShape="1">
            <a:blip r:embed="rId1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6" name="Rounded Rectangle 15">
            <a:hlinkClick r:id="" action="ppaction://hlinkshowjump?jump=nextslide"/>
            <a:extLst>
              <a:ext uri="{FF2B5EF4-FFF2-40B4-BE49-F238E27FC236}">
                <a16:creationId xmlns:a16="http://schemas.microsoft.com/office/drawing/2014/main" id="{C6F367DA-C27F-B0B4-96E9-C8E3D95F3F76}"/>
              </a:ext>
            </a:extLst>
          </p:cNvPr>
          <p:cNvSpPr/>
          <p:nvPr userDrawn="1"/>
        </p:nvSpPr>
        <p:spPr>
          <a:xfrm>
            <a:off x="9542587" y="5464797"/>
            <a:ext cx="1420837" cy="506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Next</a:t>
            </a:r>
          </a:p>
        </p:txBody>
      </p:sp>
      <p:sp>
        <p:nvSpPr>
          <p:cNvPr id="17" name="Rounded Rectangle 16">
            <a:hlinkClick r:id="" action="ppaction://hlinkshowjump?jump=previousslide"/>
            <a:extLst>
              <a:ext uri="{FF2B5EF4-FFF2-40B4-BE49-F238E27FC236}">
                <a16:creationId xmlns:a16="http://schemas.microsoft.com/office/drawing/2014/main" id="{8B9E3298-DA4D-958F-922A-03FE870E7EFF}"/>
              </a:ext>
            </a:extLst>
          </p:cNvPr>
          <p:cNvSpPr/>
          <p:nvPr userDrawn="1"/>
        </p:nvSpPr>
        <p:spPr>
          <a:xfrm>
            <a:off x="7731374" y="5464797"/>
            <a:ext cx="1420837" cy="5064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Previous</a:t>
            </a:r>
          </a:p>
        </p:txBody>
      </p:sp>
    </p:spTree>
    <p:extLst>
      <p:ext uri="{BB962C8B-B14F-4D97-AF65-F5344CB8AC3E}">
        <p14:creationId xmlns:p14="http://schemas.microsoft.com/office/powerpoint/2010/main" val="3812067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youtu.be/og8O29Rop04?si=jgYmVfDV76jDA_CC"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8" Type="http://schemas.openxmlformats.org/officeDocument/2006/relationships/hyperlink" Target="https://www.amoebasisters.com/" TargetMode="External"/><Relationship Id="rId13" Type="http://schemas.openxmlformats.org/officeDocument/2006/relationships/hyperlink" Target="https://commons.wikimedia.org/" TargetMode="External"/><Relationship Id="rId18" Type="http://schemas.openxmlformats.org/officeDocument/2006/relationships/image" Target="../media/image25.png"/><Relationship Id="rId3" Type="http://schemas.openxmlformats.org/officeDocument/2006/relationships/hyperlink" Target="https://bgis.sanbi.org/" TargetMode="External"/><Relationship Id="rId7" Type="http://schemas.openxmlformats.org/officeDocument/2006/relationships/hyperlink" Target="https://www.khanacademy.org/science/biology" TargetMode="External"/><Relationship Id="rId12" Type="http://schemas.openxmlformats.org/officeDocument/2006/relationships/hyperlink" Target="https://www.pexels.com/?utm_source=chatgpt.com" TargetMode="External"/><Relationship Id="rId17" Type="http://schemas.openxmlformats.org/officeDocument/2006/relationships/hyperlink" Target="https://education.nationalgeographic.org/?utm_source=chatgpt.com" TargetMode="External"/><Relationship Id="rId2" Type="http://schemas.openxmlformats.org/officeDocument/2006/relationships/hyperlink" Target="https://pza.sanbi.org/" TargetMode="External"/><Relationship Id="rId16" Type="http://schemas.openxmlformats.org/officeDocument/2006/relationships/hyperlink" Target="https://www.inaturalist.org/?utm_source=chatgpt.com" TargetMode="External"/><Relationship Id="rId1" Type="http://schemas.openxmlformats.org/officeDocument/2006/relationships/slideLayout" Target="../slideLayouts/slideLayout2.xml"/><Relationship Id="rId6" Type="http://schemas.openxmlformats.org/officeDocument/2006/relationships/hyperlink" Target="https://phet.colorado.edu/" TargetMode="External"/><Relationship Id="rId11" Type="http://schemas.openxmlformats.org/officeDocument/2006/relationships/hyperlink" Target="https://pixabay.com/?utm_source=chatgpt.com" TargetMode="External"/><Relationship Id="rId5" Type="http://schemas.openxmlformats.org/officeDocument/2006/relationships/hyperlink" Target="https://www.biointeractive.org/?utm_source=chatgpt.com" TargetMode="External"/><Relationship Id="rId15" Type="http://schemas.openxmlformats.org/officeDocument/2006/relationships/hyperlink" Target="https://www.gbif.org/?utm_source=chatgpt.com" TargetMode="External"/><Relationship Id="rId10" Type="http://schemas.openxmlformats.org/officeDocument/2006/relationships/hyperlink" Target="https://unsplash.com/?utm_source=chatgpt.com" TargetMode="External"/><Relationship Id="rId4" Type="http://schemas.openxmlformats.org/officeDocument/2006/relationships/hyperlink" Target="https://ipt.sanbi.org.za/resource?r=sanpc2025&amp;utm_source=chatgpt.com" TargetMode="External"/><Relationship Id="rId9" Type="http://schemas.openxmlformats.org/officeDocument/2006/relationships/hyperlink" Target="https://www.bozemanscience.com/" TargetMode="External"/><Relationship Id="rId14" Type="http://schemas.openxmlformats.org/officeDocument/2006/relationships/hyperlink" Target="https://www.iucnredlist.org/?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1889B-C526-7162-1AED-6E966AFD7695}"/>
              </a:ext>
            </a:extLst>
          </p:cNvPr>
          <p:cNvSpPr>
            <a:spLocks noGrp="1"/>
          </p:cNvSpPr>
          <p:nvPr>
            <p:ph type="ctrTitle"/>
          </p:nvPr>
        </p:nvSpPr>
        <p:spPr>
          <a:xfrm>
            <a:off x="1524000" y="1122363"/>
            <a:ext cx="9144000" cy="817274"/>
          </a:xfrm>
        </p:spPr>
        <p:txBody>
          <a:bodyPr>
            <a:normAutofit fontScale="90000"/>
          </a:bodyPr>
          <a:lstStyle/>
          <a:p>
            <a:br>
              <a:rPr lang="en-US" b="1" dirty="0"/>
            </a:br>
            <a:br>
              <a:rPr lang="en-US" b="1" dirty="0"/>
            </a:br>
            <a:br>
              <a:rPr lang="en-US" b="1" dirty="0"/>
            </a:br>
            <a:br>
              <a:rPr lang="en-US" sz="5600" b="1" dirty="0"/>
            </a:br>
            <a:r>
              <a:rPr lang="en-US" sz="5600" b="1" dirty="0">
                <a:solidFill>
                  <a:schemeClr val="bg1"/>
                </a:solidFill>
              </a:rPr>
              <a:t>Discovering Plants</a:t>
            </a:r>
            <a:endParaRPr lang="en-US" sz="5600" dirty="0">
              <a:solidFill>
                <a:schemeClr val="bg1"/>
              </a:solidFill>
            </a:endParaRPr>
          </a:p>
        </p:txBody>
      </p:sp>
      <p:sp>
        <p:nvSpPr>
          <p:cNvPr id="3" name="Subtitle 2">
            <a:extLst>
              <a:ext uri="{FF2B5EF4-FFF2-40B4-BE49-F238E27FC236}">
                <a16:creationId xmlns:a16="http://schemas.microsoft.com/office/drawing/2014/main" id="{236B657B-7912-D29B-2CCD-29E89ED8633C}"/>
              </a:ext>
            </a:extLst>
          </p:cNvPr>
          <p:cNvSpPr>
            <a:spLocks noGrp="1"/>
          </p:cNvSpPr>
          <p:nvPr>
            <p:ph type="subTitle" idx="1"/>
          </p:nvPr>
        </p:nvSpPr>
        <p:spPr>
          <a:xfrm>
            <a:off x="1524000" y="1939637"/>
            <a:ext cx="9144000" cy="685800"/>
          </a:xfrm>
        </p:spPr>
        <p:txBody>
          <a:bodyPr>
            <a:normAutofit fontScale="47500" lnSpcReduction="20000"/>
          </a:bodyPr>
          <a:lstStyle/>
          <a:p>
            <a:endParaRPr lang="en-US" dirty="0">
              <a:solidFill>
                <a:schemeClr val="bg1"/>
              </a:solidFill>
            </a:endParaRPr>
          </a:p>
          <a:p>
            <a:r>
              <a:rPr lang="en-US" sz="4800" dirty="0">
                <a:solidFill>
                  <a:schemeClr val="bg1"/>
                </a:solidFill>
              </a:rPr>
              <a:t>An Interactive Multimedia Journey Through South African Life Sciences</a:t>
            </a:r>
            <a:endParaRPr lang="en-US" sz="4500" dirty="0">
              <a:solidFill>
                <a:schemeClr val="bg1"/>
              </a:solidFill>
            </a:endParaRPr>
          </a:p>
        </p:txBody>
      </p:sp>
      <p:sp>
        <p:nvSpPr>
          <p:cNvPr id="7" name="TextBox 6">
            <a:extLst>
              <a:ext uri="{FF2B5EF4-FFF2-40B4-BE49-F238E27FC236}">
                <a16:creationId xmlns:a16="http://schemas.microsoft.com/office/drawing/2014/main" id="{4C90F89C-380F-7C26-E27E-91E2C8B4A17D}"/>
              </a:ext>
            </a:extLst>
          </p:cNvPr>
          <p:cNvSpPr txBox="1"/>
          <p:nvPr/>
        </p:nvSpPr>
        <p:spPr>
          <a:xfrm>
            <a:off x="5306291" y="6608618"/>
            <a:ext cx="184731" cy="369332"/>
          </a:xfrm>
          <a:prstGeom prst="rect">
            <a:avLst/>
          </a:prstGeom>
          <a:noFill/>
        </p:spPr>
        <p:txBody>
          <a:bodyPr wrap="none" rtlCol="0">
            <a:spAutoFit/>
          </a:bodyPr>
          <a:lstStyle/>
          <a:p>
            <a:endParaRPr lang="en-US" dirty="0"/>
          </a:p>
        </p:txBody>
      </p:sp>
      <p:sp>
        <p:nvSpPr>
          <p:cNvPr id="8" name="Footer Placeholder 7">
            <a:extLst>
              <a:ext uri="{FF2B5EF4-FFF2-40B4-BE49-F238E27FC236}">
                <a16:creationId xmlns:a16="http://schemas.microsoft.com/office/drawing/2014/main" id="{F5064145-8924-0508-C472-690F42061089}"/>
              </a:ext>
            </a:extLst>
          </p:cNvPr>
          <p:cNvSpPr>
            <a:spLocks noGrp="1"/>
          </p:cNvSpPr>
          <p:nvPr>
            <p:ph type="ftr" sz="quarter" idx="11"/>
          </p:nvPr>
        </p:nvSpPr>
        <p:spPr/>
        <p:txBody>
          <a:bodyPr/>
          <a:lstStyle/>
          <a:p>
            <a:r>
              <a:rPr lang="en-US"/>
              <a:t>Discovering Plants</a:t>
            </a:r>
            <a:endParaRPr lang="en-US" dirty="0"/>
          </a:p>
        </p:txBody>
      </p:sp>
      <p:sp>
        <p:nvSpPr>
          <p:cNvPr id="9" name="Slide Number Placeholder 8">
            <a:extLst>
              <a:ext uri="{FF2B5EF4-FFF2-40B4-BE49-F238E27FC236}">
                <a16:creationId xmlns:a16="http://schemas.microsoft.com/office/drawing/2014/main" id="{00C40485-55D5-33B7-8D54-C008082F06CB}"/>
              </a:ext>
            </a:extLst>
          </p:cNvPr>
          <p:cNvSpPr>
            <a:spLocks noGrp="1"/>
          </p:cNvSpPr>
          <p:nvPr>
            <p:ph type="sldNum" sz="quarter" idx="12"/>
          </p:nvPr>
        </p:nvSpPr>
        <p:spPr/>
        <p:txBody>
          <a:bodyPr/>
          <a:lstStyle/>
          <a:p>
            <a:fld id="{6A2A5B72-C4FF-EE4B-BBA1-0B0C334ACFB9}" type="slidenum">
              <a:rPr lang="en-US" smtClean="0"/>
              <a:t>1</a:t>
            </a:fld>
            <a:endParaRPr lang="en-US"/>
          </a:p>
        </p:txBody>
      </p:sp>
      <p:sp>
        <p:nvSpPr>
          <p:cNvPr id="15" name="Rectangle 14">
            <a:extLst>
              <a:ext uri="{FF2B5EF4-FFF2-40B4-BE49-F238E27FC236}">
                <a16:creationId xmlns:a16="http://schemas.microsoft.com/office/drawing/2014/main" id="{6346768E-B60B-F943-A1BA-4E99EFDC5844}"/>
              </a:ext>
            </a:extLst>
          </p:cNvPr>
          <p:cNvSpPr/>
          <p:nvPr/>
        </p:nvSpPr>
        <p:spPr>
          <a:xfrm>
            <a:off x="4253346" y="2498702"/>
            <a:ext cx="2673927" cy="3601173"/>
          </a:xfrm>
          <a:prstGeom prst="rect">
            <a:avLst/>
          </a:prstGeom>
          <a:blipFill dpi="0" rotWithShape="1">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38846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D90990-9C67-20EC-A1C9-2AE6C0D92241}"/>
              </a:ext>
            </a:extLst>
          </p:cNvPr>
          <p:cNvSpPr>
            <a:spLocks noGrp="1"/>
          </p:cNvSpPr>
          <p:nvPr>
            <p:ph idx="1"/>
          </p:nvPr>
        </p:nvSpPr>
        <p:spPr>
          <a:xfrm>
            <a:off x="1378527" y="1151048"/>
            <a:ext cx="10515600" cy="4792552"/>
          </a:xfrm>
        </p:spPr>
        <p:txBody>
          <a:bodyPr>
            <a:noAutofit/>
          </a:bodyPr>
          <a:lstStyle/>
          <a:p>
            <a:pPr marL="0" indent="0" algn="ctr">
              <a:buNone/>
            </a:pPr>
            <a:r>
              <a:rPr lang="en-US" sz="1800" dirty="0">
                <a:solidFill>
                  <a:schemeClr val="bg1"/>
                </a:solidFill>
              </a:rPr>
              <a:t>Welcome to this interactive learning module!</a:t>
            </a:r>
          </a:p>
          <a:p>
            <a:pPr marL="0" indent="0">
              <a:buNone/>
            </a:pPr>
            <a:r>
              <a:rPr lang="en-US" sz="1800" dirty="0">
                <a:solidFill>
                  <a:schemeClr val="bg1"/>
                </a:solidFill>
              </a:rPr>
              <a:t>Plants are essential for life on Earth. In this module, you will explore South Africa's rich plant diversity, discover how plants adapt to different environments, learn about indigenous medicinal plants, and examine the important relationship between Indigenous Knowledge and scientific knowledge.</a:t>
            </a:r>
            <a:endParaRPr lang="en-US" sz="1800" b="1" dirty="0">
              <a:solidFill>
                <a:schemeClr val="bg1"/>
              </a:solidFill>
            </a:endParaRPr>
          </a:p>
          <a:p>
            <a:pPr marL="0" indent="0">
              <a:buNone/>
            </a:pPr>
            <a:r>
              <a:rPr lang="en-US" sz="1800" b="1" dirty="0">
                <a:solidFill>
                  <a:schemeClr val="bg1"/>
                </a:solidFill>
              </a:rPr>
              <a:t>Learning Objectives</a:t>
            </a:r>
          </a:p>
          <a:p>
            <a:r>
              <a:rPr lang="en-US" sz="1800" dirty="0">
                <a:solidFill>
                  <a:schemeClr val="bg1"/>
                </a:solidFill>
              </a:rPr>
              <a:t>🌱 Explain why plants are important to ecosystems and human life.</a:t>
            </a:r>
          </a:p>
          <a:p>
            <a:r>
              <a:rPr lang="en-US" sz="1800" dirty="0">
                <a:solidFill>
                  <a:schemeClr val="bg1"/>
                </a:solidFill>
              </a:rPr>
              <a:t>🌍 Identify major South African biomes and their plant diversity.</a:t>
            </a:r>
          </a:p>
          <a:p>
            <a:r>
              <a:rPr lang="en-US" sz="1800" dirty="0">
                <a:solidFill>
                  <a:schemeClr val="bg1"/>
                </a:solidFill>
              </a:rPr>
              <a:t>🍃 Describe how plants adapt to different environments.</a:t>
            </a:r>
          </a:p>
          <a:p>
            <a:r>
              <a:rPr lang="en-US" sz="1800" dirty="0">
                <a:solidFill>
                  <a:schemeClr val="bg1"/>
                </a:solidFill>
              </a:rPr>
              <a:t>🌿 Recognize the role of indigenous medicinal plants in traditional and modern society.</a:t>
            </a:r>
          </a:p>
          <a:p>
            <a:r>
              <a:rPr lang="en-US" sz="1800" dirty="0">
                <a:solidFill>
                  <a:schemeClr val="bg1"/>
                </a:solidFill>
              </a:rPr>
              <a:t>🔬 Compare Indigenous Knowledge with scientific knowledge in understanding plants.</a:t>
            </a:r>
          </a:p>
          <a:p>
            <a:r>
              <a:rPr lang="en-US" sz="1800" dirty="0">
                <a:solidFill>
                  <a:schemeClr val="bg1"/>
                </a:solidFill>
              </a:rPr>
              <a:t>🌳 Explain the importance of conserving South Africa's plant biodiversity.</a:t>
            </a:r>
          </a:p>
          <a:p>
            <a:r>
              <a:rPr lang="en-US" sz="1800" dirty="0">
                <a:solidFill>
                  <a:schemeClr val="bg1"/>
                </a:solidFill>
              </a:rPr>
              <a:t>📝 Complete a knowledge check to assess your understanding.</a:t>
            </a:r>
          </a:p>
        </p:txBody>
      </p:sp>
      <p:sp>
        <p:nvSpPr>
          <p:cNvPr id="20" name="Footer Placeholder 19">
            <a:extLst>
              <a:ext uri="{FF2B5EF4-FFF2-40B4-BE49-F238E27FC236}">
                <a16:creationId xmlns:a16="http://schemas.microsoft.com/office/drawing/2014/main" id="{28CA22BD-0ADD-2F40-F702-273FD8E9A762}"/>
              </a:ext>
            </a:extLst>
          </p:cNvPr>
          <p:cNvSpPr>
            <a:spLocks noGrp="1"/>
          </p:cNvSpPr>
          <p:nvPr>
            <p:ph type="ftr" sz="quarter" idx="11"/>
          </p:nvPr>
        </p:nvSpPr>
        <p:spPr/>
        <p:txBody>
          <a:bodyPr/>
          <a:lstStyle/>
          <a:p>
            <a:r>
              <a:rPr lang="en-US"/>
              <a:t>Discovering Plants</a:t>
            </a:r>
            <a:endParaRPr lang="en-US" dirty="0"/>
          </a:p>
        </p:txBody>
      </p:sp>
      <p:sp>
        <p:nvSpPr>
          <p:cNvPr id="21" name="Slide Number Placeholder 20">
            <a:extLst>
              <a:ext uri="{FF2B5EF4-FFF2-40B4-BE49-F238E27FC236}">
                <a16:creationId xmlns:a16="http://schemas.microsoft.com/office/drawing/2014/main" id="{38B45784-60E9-0662-B26E-AA52EB128514}"/>
              </a:ext>
            </a:extLst>
          </p:cNvPr>
          <p:cNvSpPr>
            <a:spLocks noGrp="1"/>
          </p:cNvSpPr>
          <p:nvPr>
            <p:ph type="sldNum" sz="quarter" idx="12"/>
          </p:nvPr>
        </p:nvSpPr>
        <p:spPr/>
        <p:txBody>
          <a:bodyPr/>
          <a:lstStyle/>
          <a:p>
            <a:fld id="{6A2A5B72-C4FF-EE4B-BBA1-0B0C334ACFB9}" type="slidenum">
              <a:rPr lang="en-US" smtClean="0"/>
              <a:t>2</a:t>
            </a:fld>
            <a:endParaRPr lang="en-US" dirty="0"/>
          </a:p>
        </p:txBody>
      </p:sp>
    </p:spTree>
    <p:extLst>
      <p:ext uri="{BB962C8B-B14F-4D97-AF65-F5344CB8AC3E}">
        <p14:creationId xmlns:p14="http://schemas.microsoft.com/office/powerpoint/2010/main" val="3285714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2F3A7-7477-42FA-EE72-E3428B734A43}"/>
              </a:ext>
            </a:extLst>
          </p:cNvPr>
          <p:cNvSpPr>
            <a:spLocks noGrp="1"/>
          </p:cNvSpPr>
          <p:nvPr>
            <p:ph type="title"/>
          </p:nvPr>
        </p:nvSpPr>
        <p:spPr>
          <a:xfrm>
            <a:off x="838200" y="365126"/>
            <a:ext cx="10515600" cy="888206"/>
          </a:xfrm>
        </p:spPr>
        <p:txBody>
          <a:bodyPr anchor="ctr">
            <a:normAutofit/>
          </a:bodyPr>
          <a:lstStyle/>
          <a:p>
            <a:pPr algn="ctr"/>
            <a:r>
              <a:rPr lang="en-US" dirty="0">
                <a:solidFill>
                  <a:schemeClr val="bg1"/>
                </a:solidFill>
              </a:rPr>
              <a:t>Main Menu</a:t>
            </a:r>
          </a:p>
        </p:txBody>
      </p:sp>
      <p:sp>
        <p:nvSpPr>
          <p:cNvPr id="16" name="Content Placeholder 2">
            <a:extLst>
              <a:ext uri="{FF2B5EF4-FFF2-40B4-BE49-F238E27FC236}">
                <a16:creationId xmlns:a16="http://schemas.microsoft.com/office/drawing/2014/main" id="{121C1F7A-9653-916E-0F8B-BF4732C94E52}"/>
              </a:ext>
            </a:extLst>
          </p:cNvPr>
          <p:cNvSpPr>
            <a:spLocks noGrp="1"/>
          </p:cNvSpPr>
          <p:nvPr>
            <p:ph sz="half" idx="1"/>
          </p:nvPr>
        </p:nvSpPr>
        <p:spPr>
          <a:xfrm>
            <a:off x="838200" y="1439718"/>
            <a:ext cx="5181600" cy="501939"/>
          </a:xfrm>
        </p:spPr>
        <p:txBody>
          <a:bodyPr/>
          <a:lstStyle/>
          <a:p>
            <a:pPr marL="0" indent="0">
              <a:buNone/>
            </a:pPr>
            <a:r>
              <a:rPr lang="en-US" dirty="0"/>
              <a:t>Choose a topic!</a:t>
            </a:r>
          </a:p>
        </p:txBody>
      </p:sp>
      <p:sp>
        <p:nvSpPr>
          <p:cNvPr id="9" name="Footer Placeholder 8">
            <a:extLst>
              <a:ext uri="{FF2B5EF4-FFF2-40B4-BE49-F238E27FC236}">
                <a16:creationId xmlns:a16="http://schemas.microsoft.com/office/drawing/2014/main" id="{846DE5F6-6023-DE72-6906-683B7C2A7200}"/>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Discovering Plants</a:t>
            </a:r>
          </a:p>
        </p:txBody>
      </p:sp>
      <p:sp>
        <p:nvSpPr>
          <p:cNvPr id="10" name="Slide Number Placeholder 9">
            <a:extLst>
              <a:ext uri="{FF2B5EF4-FFF2-40B4-BE49-F238E27FC236}">
                <a16:creationId xmlns:a16="http://schemas.microsoft.com/office/drawing/2014/main" id="{A4BEF04B-9F78-A56D-1624-3229F73E6E4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pPr>
                <a:spcAft>
                  <a:spcPts val="600"/>
                </a:spcAft>
              </a:pPr>
              <a:t>3</a:t>
            </a:fld>
            <a:endParaRPr lang="en-US"/>
          </a:p>
        </p:txBody>
      </p:sp>
      <p:graphicFrame>
        <p:nvGraphicFramePr>
          <p:cNvPr id="12" name="Content Placeholder 2">
            <a:extLst>
              <a:ext uri="{FF2B5EF4-FFF2-40B4-BE49-F238E27FC236}">
                <a16:creationId xmlns:a16="http://schemas.microsoft.com/office/drawing/2014/main" id="{52F8A187-66D4-FAA6-5794-B8D2A95A2DD7}"/>
              </a:ext>
            </a:extLst>
          </p:cNvPr>
          <p:cNvGraphicFramePr>
            <a:graphicFrameLocks noGrp="1"/>
          </p:cNvGraphicFramePr>
          <p:nvPr>
            <p:ph sz="half" idx="2"/>
            <p:extLst>
              <p:ext uri="{D42A27DB-BD31-4B8C-83A1-F6EECF244321}">
                <p14:modId xmlns:p14="http://schemas.microsoft.com/office/powerpoint/2010/main" val="653612211"/>
              </p:ext>
            </p:extLst>
          </p:nvPr>
        </p:nvGraphicFramePr>
        <p:xfrm>
          <a:off x="3747655" y="1253331"/>
          <a:ext cx="5181600" cy="41649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81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BC0CB-0624-263E-2411-8CFBB40D68D1}"/>
              </a:ext>
            </a:extLst>
          </p:cNvPr>
          <p:cNvSpPr>
            <a:spLocks noGrp="1"/>
          </p:cNvSpPr>
          <p:nvPr>
            <p:ph type="title"/>
          </p:nvPr>
        </p:nvSpPr>
        <p:spPr>
          <a:xfrm>
            <a:off x="839788" y="457200"/>
            <a:ext cx="3932237" cy="1600200"/>
          </a:xfrm>
        </p:spPr>
        <p:txBody>
          <a:bodyPr anchor="b">
            <a:normAutofit/>
          </a:bodyPr>
          <a:lstStyle/>
          <a:p>
            <a:r>
              <a:rPr lang="en-US" b="1" dirty="0">
                <a:solidFill>
                  <a:schemeClr val="bg1"/>
                </a:solidFill>
              </a:rPr>
              <a:t>Why Plants Matter?</a:t>
            </a:r>
            <a:r>
              <a:rPr lang="en-US" dirty="0">
                <a:solidFill>
                  <a:schemeClr val="bg1"/>
                </a:solidFill>
              </a:rPr>
              <a:t> </a:t>
            </a:r>
            <a:br>
              <a:rPr lang="en-US" dirty="0">
                <a:solidFill>
                  <a:schemeClr val="bg1"/>
                </a:solidFill>
              </a:rPr>
            </a:br>
            <a:endParaRPr lang="en-US" dirty="0">
              <a:solidFill>
                <a:schemeClr val="bg1"/>
              </a:solidFill>
            </a:endParaRPr>
          </a:p>
        </p:txBody>
      </p:sp>
      <p:pic>
        <p:nvPicPr>
          <p:cNvPr id="17" name="Picture Placeholder 16">
            <a:extLst>
              <a:ext uri="{FF2B5EF4-FFF2-40B4-BE49-F238E27FC236}">
                <a16:creationId xmlns:a16="http://schemas.microsoft.com/office/drawing/2014/main" id="{24127386-1EC1-48F1-B4F2-5A226BF3CE81}"/>
              </a:ext>
            </a:extLst>
          </p:cNvPr>
          <p:cNvPicPr>
            <a:picLocks noGrp="1" noChangeAspect="1"/>
          </p:cNvPicPr>
          <p:nvPr>
            <p:ph type="pic" idx="1"/>
          </p:nvPr>
        </p:nvPicPr>
        <p:blipFill>
          <a:blip r:embed="rId3"/>
          <a:srcRect l="14451" r="14451"/>
          <a:stretch>
            <a:fillRect/>
          </a:stretch>
        </p:blipFill>
        <p:spPr>
          <a:xfrm>
            <a:off x="5759466" y="1523206"/>
            <a:ext cx="4827184" cy="3811588"/>
          </a:xfrm>
          <a:prstGeom prst="rect">
            <a:avLst/>
          </a:prstGeom>
        </p:spPr>
      </p:pic>
      <p:sp>
        <p:nvSpPr>
          <p:cNvPr id="3" name="Content Placeholder 2">
            <a:extLst>
              <a:ext uri="{FF2B5EF4-FFF2-40B4-BE49-F238E27FC236}">
                <a16:creationId xmlns:a16="http://schemas.microsoft.com/office/drawing/2014/main" id="{8C18887D-F103-2494-CA78-2B4FD56CF76C}"/>
              </a:ext>
            </a:extLst>
          </p:cNvPr>
          <p:cNvSpPr>
            <a:spLocks noGrp="1"/>
          </p:cNvSpPr>
          <p:nvPr>
            <p:ph type="body" sz="half" idx="2"/>
          </p:nvPr>
        </p:nvSpPr>
        <p:spPr>
          <a:xfrm>
            <a:off x="839788" y="2057400"/>
            <a:ext cx="3932237" cy="3811588"/>
          </a:xfrm>
        </p:spPr>
        <p:txBody>
          <a:bodyPr>
            <a:normAutofit/>
          </a:bodyPr>
          <a:lstStyle/>
          <a:p>
            <a:pPr marL="0" indent="0" algn="just">
              <a:buNone/>
            </a:pPr>
            <a:r>
              <a:rPr lang="en-US" sz="1500" dirty="0">
                <a:solidFill>
                  <a:schemeClr val="bg1"/>
                </a:solidFill>
              </a:rPr>
              <a:t>Plants are essential for life on Earth. They produce oxygen, provide food, regulate ecosystems, and support biodiversity. Many communities also rely on plants for medicine, cultural practices, and livelihoods. In this module, you will explore how scientific knowledge and Indigenous Knowledge help us understand the importance of plants.</a:t>
            </a:r>
          </a:p>
          <a:p>
            <a:pPr marL="0" indent="0" algn="just">
              <a:buNone/>
            </a:pPr>
            <a:r>
              <a:rPr lang="en-US" sz="1500" b="1" dirty="0">
                <a:solidFill>
                  <a:schemeClr val="bg1"/>
                </a:solidFill>
              </a:rPr>
              <a:t>🌿 Did You Know?</a:t>
            </a:r>
          </a:p>
          <a:p>
            <a:pPr marL="0" indent="0" algn="just">
              <a:buNone/>
            </a:pPr>
            <a:r>
              <a:rPr lang="en-US" sz="1500" dirty="0">
                <a:solidFill>
                  <a:schemeClr val="bg1"/>
                </a:solidFill>
              </a:rPr>
              <a:t>About 80% of the world's population uses traditional plant-based medicines as part of primary healthcare.</a:t>
            </a:r>
          </a:p>
          <a:p>
            <a:pPr algn="just"/>
            <a:r>
              <a:rPr lang="en-US" sz="1500" dirty="0">
                <a:solidFill>
                  <a:schemeClr val="bg1"/>
                </a:solidFill>
              </a:rPr>
              <a:t>https://</a:t>
            </a:r>
            <a:r>
              <a:rPr lang="en-US" sz="1500" dirty="0" err="1">
                <a:solidFill>
                  <a:schemeClr val="bg1"/>
                </a:solidFill>
              </a:rPr>
              <a:t>www.jove.com</a:t>
            </a:r>
            <a:r>
              <a:rPr lang="en-US" sz="1500" dirty="0">
                <a:solidFill>
                  <a:schemeClr val="bg1"/>
                </a:solidFill>
              </a:rPr>
              <a:t>/schools/v/19130/importance-of-plants</a:t>
            </a:r>
          </a:p>
        </p:txBody>
      </p:sp>
      <p:sp>
        <p:nvSpPr>
          <p:cNvPr id="13" name="Footer Placeholder 12">
            <a:extLst>
              <a:ext uri="{FF2B5EF4-FFF2-40B4-BE49-F238E27FC236}">
                <a16:creationId xmlns:a16="http://schemas.microsoft.com/office/drawing/2014/main" id="{A6360501-E7A1-C474-66A6-8DDF2EC6CDED}"/>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solidFill>
                  <a:srgbClr val="FFC000"/>
                </a:solidFill>
              </a:rPr>
              <a:t>Discovering</a:t>
            </a:r>
            <a:r>
              <a:rPr lang="en-US" dirty="0">
                <a:solidFill>
                  <a:schemeClr val="bg1"/>
                </a:solidFill>
              </a:rPr>
              <a:t> </a:t>
            </a:r>
            <a:r>
              <a:rPr lang="en-US" dirty="0">
                <a:solidFill>
                  <a:srgbClr val="FFC000"/>
                </a:solidFill>
              </a:rPr>
              <a:t>Plants</a:t>
            </a:r>
          </a:p>
        </p:txBody>
      </p:sp>
      <p:sp>
        <p:nvSpPr>
          <p:cNvPr id="14" name="Slide Number Placeholder 13">
            <a:extLst>
              <a:ext uri="{FF2B5EF4-FFF2-40B4-BE49-F238E27FC236}">
                <a16:creationId xmlns:a16="http://schemas.microsoft.com/office/drawing/2014/main" id="{20F96930-3F47-7C6F-F6AF-AF6006298A6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solidFill>
                  <a:schemeClr val="bg1"/>
                </a:solidFill>
              </a:rPr>
              <a:pPr>
                <a:spcAft>
                  <a:spcPts val="600"/>
                </a:spcAft>
              </a:pPr>
              <a:t>4</a:t>
            </a:fld>
            <a:endParaRPr lang="en-US">
              <a:solidFill>
                <a:schemeClr val="bg1"/>
              </a:solidFill>
            </a:endParaRPr>
          </a:p>
        </p:txBody>
      </p:sp>
    </p:spTree>
    <p:extLst>
      <p:ext uri="{BB962C8B-B14F-4D97-AF65-F5344CB8AC3E}">
        <p14:creationId xmlns:p14="http://schemas.microsoft.com/office/powerpoint/2010/main" val="54781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EA99-92D1-6A48-0320-EF8239762BEE}"/>
              </a:ext>
            </a:extLst>
          </p:cNvPr>
          <p:cNvSpPr>
            <a:spLocks noGrp="1"/>
          </p:cNvSpPr>
          <p:nvPr>
            <p:ph type="title"/>
          </p:nvPr>
        </p:nvSpPr>
        <p:spPr/>
        <p:txBody>
          <a:bodyPr/>
          <a:lstStyle/>
          <a:p>
            <a:r>
              <a:rPr lang="en-US" b="1" dirty="0">
                <a:solidFill>
                  <a:schemeClr val="bg1"/>
                </a:solidFill>
              </a:rPr>
              <a:t>Biodiversity</a:t>
            </a:r>
            <a:r>
              <a:rPr lang="en-US" dirty="0"/>
              <a:t> </a:t>
            </a:r>
            <a:br>
              <a:rPr lang="en-US" dirty="0"/>
            </a:br>
            <a:endParaRPr lang="en-US" dirty="0"/>
          </a:p>
        </p:txBody>
      </p:sp>
      <p:pic>
        <p:nvPicPr>
          <p:cNvPr id="14" name="Content Placeholder 13">
            <a:extLst>
              <a:ext uri="{FF2B5EF4-FFF2-40B4-BE49-F238E27FC236}">
                <a16:creationId xmlns:a16="http://schemas.microsoft.com/office/drawing/2014/main" id="{81845375-2755-73A5-19E0-8CCB0C950BF2}"/>
              </a:ext>
            </a:extLst>
          </p:cNvPr>
          <p:cNvPicPr>
            <a:picLocks noGrp="1" noChangeAspect="1"/>
          </p:cNvPicPr>
          <p:nvPr>
            <p:ph idx="1"/>
          </p:nvPr>
        </p:nvPicPr>
        <p:blipFill>
          <a:blip r:embed="rId2"/>
          <a:stretch>
            <a:fillRect/>
          </a:stretch>
        </p:blipFill>
        <p:spPr>
          <a:xfrm>
            <a:off x="6509841" y="1928865"/>
            <a:ext cx="2405559" cy="1601896"/>
          </a:xfrm>
          <a:prstGeom prst="rect">
            <a:avLst/>
          </a:prstGeom>
        </p:spPr>
      </p:pic>
      <p:sp>
        <p:nvSpPr>
          <p:cNvPr id="12" name="Footer Placeholder 11">
            <a:extLst>
              <a:ext uri="{FF2B5EF4-FFF2-40B4-BE49-F238E27FC236}">
                <a16:creationId xmlns:a16="http://schemas.microsoft.com/office/drawing/2014/main" id="{6B263BC5-D455-6A41-4AB8-63575B38E482}"/>
              </a:ext>
            </a:extLst>
          </p:cNvPr>
          <p:cNvSpPr>
            <a:spLocks noGrp="1"/>
          </p:cNvSpPr>
          <p:nvPr>
            <p:ph type="ftr" sz="quarter" idx="11"/>
          </p:nvPr>
        </p:nvSpPr>
        <p:spPr/>
        <p:txBody>
          <a:bodyPr/>
          <a:lstStyle/>
          <a:p>
            <a:r>
              <a:rPr lang="en-US"/>
              <a:t>Discovering Plants</a:t>
            </a:r>
            <a:endParaRPr lang="en-US" dirty="0"/>
          </a:p>
        </p:txBody>
      </p:sp>
      <p:sp>
        <p:nvSpPr>
          <p:cNvPr id="13" name="Slide Number Placeholder 12">
            <a:extLst>
              <a:ext uri="{FF2B5EF4-FFF2-40B4-BE49-F238E27FC236}">
                <a16:creationId xmlns:a16="http://schemas.microsoft.com/office/drawing/2014/main" id="{3E115EBA-13D1-A65D-BE9C-6408C0C23BA7}"/>
              </a:ext>
            </a:extLst>
          </p:cNvPr>
          <p:cNvSpPr>
            <a:spLocks noGrp="1"/>
          </p:cNvSpPr>
          <p:nvPr>
            <p:ph type="sldNum" sz="quarter" idx="12"/>
          </p:nvPr>
        </p:nvSpPr>
        <p:spPr/>
        <p:txBody>
          <a:bodyPr/>
          <a:lstStyle/>
          <a:p>
            <a:fld id="{6A2A5B72-C4FF-EE4B-BBA1-0B0C334ACFB9}" type="slidenum">
              <a:rPr lang="en-US" smtClean="0"/>
              <a:t>5</a:t>
            </a:fld>
            <a:endParaRPr lang="en-US"/>
          </a:p>
        </p:txBody>
      </p:sp>
      <p:pic>
        <p:nvPicPr>
          <p:cNvPr id="18" name="Picture 17" descr="Savanna Plant Adaptations | Ask A Biologist">
            <a:extLst>
              <a:ext uri="{FF2B5EF4-FFF2-40B4-BE49-F238E27FC236}">
                <a16:creationId xmlns:a16="http://schemas.microsoft.com/office/drawing/2014/main" id="{63821228-DCCB-27A7-E7C0-AE07EF9E80F4}"/>
              </a:ext>
            </a:extLst>
          </p:cNvPr>
          <p:cNvPicPr>
            <a:picLocks noChangeAspect="1"/>
          </p:cNvPicPr>
          <p:nvPr/>
        </p:nvPicPr>
        <p:blipFill>
          <a:blip r:embed="rId3"/>
          <a:stretch>
            <a:fillRect/>
          </a:stretch>
        </p:blipFill>
        <p:spPr>
          <a:xfrm>
            <a:off x="9084220" y="1938818"/>
            <a:ext cx="2405560" cy="1602704"/>
          </a:xfrm>
          <a:prstGeom prst="rect">
            <a:avLst/>
          </a:prstGeom>
        </p:spPr>
      </p:pic>
      <p:sp>
        <p:nvSpPr>
          <p:cNvPr id="19" name="TextBox 18">
            <a:extLst>
              <a:ext uri="{FF2B5EF4-FFF2-40B4-BE49-F238E27FC236}">
                <a16:creationId xmlns:a16="http://schemas.microsoft.com/office/drawing/2014/main" id="{F1FBFAED-7360-A400-248D-A821E3CB181F}"/>
              </a:ext>
            </a:extLst>
          </p:cNvPr>
          <p:cNvSpPr txBox="1"/>
          <p:nvPr/>
        </p:nvSpPr>
        <p:spPr>
          <a:xfrm>
            <a:off x="702220" y="1200563"/>
            <a:ext cx="9448800" cy="3693319"/>
          </a:xfrm>
          <a:prstGeom prst="rect">
            <a:avLst/>
          </a:prstGeom>
          <a:noFill/>
        </p:spPr>
        <p:txBody>
          <a:bodyPr wrap="square" rtlCol="0">
            <a:spAutoFit/>
          </a:bodyPr>
          <a:lstStyle/>
          <a:p>
            <a:endParaRPr lang="en-US" b="1" dirty="0">
              <a:solidFill>
                <a:schemeClr val="bg1"/>
              </a:solidFill>
            </a:endParaRPr>
          </a:p>
          <a:p>
            <a:r>
              <a:rPr lang="en-US" b="1" dirty="0">
                <a:solidFill>
                  <a:schemeClr val="bg1"/>
                </a:solidFill>
              </a:rPr>
              <a:t>South Africa: A Biodiversity Hotspot</a:t>
            </a:r>
          </a:p>
          <a:p>
            <a:r>
              <a:rPr lang="en-US" dirty="0">
                <a:solidFill>
                  <a:schemeClr val="bg1"/>
                </a:solidFill>
              </a:rPr>
              <a:t>South Africa is one of the world's richest countries for plant diversity, </a:t>
            </a:r>
          </a:p>
          <a:p>
            <a:r>
              <a:rPr lang="en-US" dirty="0">
                <a:solidFill>
                  <a:schemeClr val="bg1"/>
                </a:solidFill>
              </a:rPr>
              <a:t>with thousands of plant species found nowhere else on Earth.</a:t>
            </a:r>
          </a:p>
          <a:p>
            <a:endParaRPr lang="en-US" dirty="0">
              <a:solidFill>
                <a:schemeClr val="bg1"/>
              </a:solidFill>
            </a:endParaRPr>
          </a:p>
          <a:p>
            <a:endParaRPr lang="en-US" b="1" dirty="0">
              <a:solidFill>
                <a:schemeClr val="bg1"/>
              </a:solidFill>
            </a:endParaRPr>
          </a:p>
          <a:p>
            <a:endParaRPr lang="en-US" b="1" dirty="0">
              <a:solidFill>
                <a:schemeClr val="bg1"/>
              </a:solidFill>
            </a:endParaRPr>
          </a:p>
          <a:p>
            <a:r>
              <a:rPr lang="en-US" b="1" dirty="0">
                <a:solidFill>
                  <a:schemeClr val="bg1"/>
                </a:solidFill>
              </a:rPr>
              <a:t>Click a biome to learn more.</a:t>
            </a:r>
          </a:p>
          <a:p>
            <a:r>
              <a:rPr lang="en-US" dirty="0">
                <a:solidFill>
                  <a:schemeClr val="bg1"/>
                </a:solidFill>
              </a:rPr>
              <a:t>🌾 Grassland</a:t>
            </a:r>
          </a:p>
          <a:p>
            <a:r>
              <a:rPr lang="en-US" dirty="0">
                <a:solidFill>
                  <a:schemeClr val="bg1"/>
                </a:solidFill>
              </a:rPr>
              <a:t>🌳 Forest</a:t>
            </a:r>
          </a:p>
          <a:p>
            <a:r>
              <a:rPr lang="en-US" dirty="0">
                <a:solidFill>
                  <a:schemeClr val="bg1"/>
                </a:solidFill>
              </a:rPr>
              <a:t>🌵 Succulent Karoo</a:t>
            </a:r>
          </a:p>
          <a:p>
            <a:r>
              <a:rPr lang="en-US" dirty="0">
                <a:solidFill>
                  <a:schemeClr val="bg1"/>
                </a:solidFill>
              </a:rPr>
              <a:t>🌿 Fynbos</a:t>
            </a:r>
          </a:p>
          <a:p>
            <a:endParaRPr lang="en-US" dirty="0">
              <a:solidFill>
                <a:schemeClr val="bg1"/>
              </a:solidFill>
            </a:endParaRPr>
          </a:p>
        </p:txBody>
      </p:sp>
      <p:pic>
        <p:nvPicPr>
          <p:cNvPr id="21" name="Picture 20" descr="IN PRAISE OF PROTEAS: FLOWERS OF THE GODS - The Fynbos Guy">
            <a:extLst>
              <a:ext uri="{FF2B5EF4-FFF2-40B4-BE49-F238E27FC236}">
                <a16:creationId xmlns:a16="http://schemas.microsoft.com/office/drawing/2014/main" id="{70460390-8EE4-158B-7169-BDD9B8DFB63B}"/>
              </a:ext>
            </a:extLst>
          </p:cNvPr>
          <p:cNvPicPr>
            <a:picLocks noChangeAspect="1"/>
          </p:cNvPicPr>
          <p:nvPr/>
        </p:nvPicPr>
        <p:blipFill>
          <a:blip r:embed="rId4"/>
          <a:stretch>
            <a:fillRect/>
          </a:stretch>
        </p:blipFill>
        <p:spPr>
          <a:xfrm>
            <a:off x="6096000" y="3579127"/>
            <a:ext cx="2402844" cy="1741018"/>
          </a:xfrm>
          <a:prstGeom prst="rect">
            <a:avLst/>
          </a:prstGeom>
        </p:spPr>
      </p:pic>
      <p:pic>
        <p:nvPicPr>
          <p:cNvPr id="22" name="Picture 21" descr="Grassland - British Habitats - Woodland Trust">
            <a:extLst>
              <a:ext uri="{FF2B5EF4-FFF2-40B4-BE49-F238E27FC236}">
                <a16:creationId xmlns:a16="http://schemas.microsoft.com/office/drawing/2014/main" id="{06BB1D73-451C-EEA7-E567-822328867C8E}"/>
              </a:ext>
            </a:extLst>
          </p:cNvPr>
          <p:cNvPicPr>
            <a:picLocks noChangeAspect="1"/>
          </p:cNvPicPr>
          <p:nvPr/>
        </p:nvPicPr>
        <p:blipFill>
          <a:blip r:embed="rId5"/>
          <a:stretch>
            <a:fillRect/>
          </a:stretch>
        </p:blipFill>
        <p:spPr>
          <a:xfrm>
            <a:off x="2838751" y="3579127"/>
            <a:ext cx="3007761" cy="1691321"/>
          </a:xfrm>
          <a:prstGeom prst="rect">
            <a:avLst/>
          </a:prstGeom>
        </p:spPr>
      </p:pic>
    </p:spTree>
    <p:extLst>
      <p:ext uri="{BB962C8B-B14F-4D97-AF65-F5344CB8AC3E}">
        <p14:creationId xmlns:p14="http://schemas.microsoft.com/office/powerpoint/2010/main" val="3295027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0CC4-BBE0-0152-38F0-1503108DCA89}"/>
              </a:ext>
            </a:extLst>
          </p:cNvPr>
          <p:cNvSpPr>
            <a:spLocks noGrp="1"/>
          </p:cNvSpPr>
          <p:nvPr>
            <p:ph type="title"/>
          </p:nvPr>
        </p:nvSpPr>
        <p:spPr>
          <a:xfrm>
            <a:off x="838200" y="365125"/>
            <a:ext cx="10515600" cy="1325563"/>
          </a:xfrm>
        </p:spPr>
        <p:txBody>
          <a:bodyPr anchor="ctr">
            <a:normAutofit/>
          </a:bodyPr>
          <a:lstStyle/>
          <a:p>
            <a:r>
              <a:rPr lang="en-US" b="1" dirty="0">
                <a:solidFill>
                  <a:schemeClr val="bg1"/>
                </a:solidFill>
              </a:rPr>
              <a:t>Plant</a:t>
            </a:r>
            <a:r>
              <a:rPr lang="en-US" b="1" dirty="0"/>
              <a:t> </a:t>
            </a:r>
            <a:r>
              <a:rPr lang="en-US" b="1" dirty="0">
                <a:solidFill>
                  <a:schemeClr val="bg1"/>
                </a:solidFill>
              </a:rPr>
              <a:t>Adaptations</a:t>
            </a:r>
            <a:r>
              <a:rPr lang="en-US" dirty="0"/>
              <a:t> </a:t>
            </a:r>
            <a:br>
              <a:rPr lang="en-US" dirty="0"/>
            </a:br>
            <a:endParaRPr lang="en-US" dirty="0"/>
          </a:p>
        </p:txBody>
      </p:sp>
      <p:pic>
        <p:nvPicPr>
          <p:cNvPr id="11" name="Content Placeholder 10">
            <a:extLst>
              <a:ext uri="{FF2B5EF4-FFF2-40B4-BE49-F238E27FC236}">
                <a16:creationId xmlns:a16="http://schemas.microsoft.com/office/drawing/2014/main" id="{1A19FA32-783B-592D-8A9A-6BD7EED44D69}"/>
              </a:ext>
            </a:extLst>
          </p:cNvPr>
          <p:cNvPicPr>
            <a:picLocks noGrp="1" noChangeAspect="1"/>
          </p:cNvPicPr>
          <p:nvPr>
            <p:ph sz="half" idx="1"/>
          </p:nvPr>
        </p:nvPicPr>
        <p:blipFill>
          <a:blip r:embed="rId2"/>
          <a:stretch>
            <a:fillRect/>
          </a:stretch>
        </p:blipFill>
        <p:spPr>
          <a:xfrm>
            <a:off x="6629400" y="1581944"/>
            <a:ext cx="5181600" cy="3454400"/>
          </a:xfrm>
          <a:prstGeom prst="rect">
            <a:avLst/>
          </a:prstGeom>
        </p:spPr>
      </p:pic>
      <p:sp>
        <p:nvSpPr>
          <p:cNvPr id="9" name="Footer Placeholder 8">
            <a:extLst>
              <a:ext uri="{FF2B5EF4-FFF2-40B4-BE49-F238E27FC236}">
                <a16:creationId xmlns:a16="http://schemas.microsoft.com/office/drawing/2014/main" id="{830CC46F-F610-C6D2-B2EA-B98CB8D3C97D}"/>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Discovering Plants</a:t>
            </a:r>
          </a:p>
        </p:txBody>
      </p:sp>
      <p:sp>
        <p:nvSpPr>
          <p:cNvPr id="10" name="Slide Number Placeholder 9">
            <a:extLst>
              <a:ext uri="{FF2B5EF4-FFF2-40B4-BE49-F238E27FC236}">
                <a16:creationId xmlns:a16="http://schemas.microsoft.com/office/drawing/2014/main" id="{539FFD12-449A-6405-346A-0C43DAE3BDA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pPr>
                <a:spcAft>
                  <a:spcPts val="600"/>
                </a:spcAft>
              </a:pPr>
              <a:t>6</a:t>
            </a:fld>
            <a:endParaRPr lang="en-US"/>
          </a:p>
        </p:txBody>
      </p:sp>
      <p:graphicFrame>
        <p:nvGraphicFramePr>
          <p:cNvPr id="12" name="Content Placeholder 2">
            <a:extLst>
              <a:ext uri="{FF2B5EF4-FFF2-40B4-BE49-F238E27FC236}">
                <a16:creationId xmlns:a16="http://schemas.microsoft.com/office/drawing/2014/main" id="{EAC19D58-CCB3-C29E-BE41-BA482EFCF1C8}"/>
              </a:ext>
            </a:extLst>
          </p:cNvPr>
          <p:cNvGraphicFramePr>
            <a:graphicFrameLocks noGrp="1"/>
          </p:cNvGraphicFramePr>
          <p:nvPr>
            <p:ph sz="half" idx="2"/>
            <p:extLst>
              <p:ext uri="{D42A27DB-BD31-4B8C-83A1-F6EECF244321}">
                <p14:modId xmlns:p14="http://schemas.microsoft.com/office/powerpoint/2010/main" val="1820815320"/>
              </p:ext>
            </p:extLst>
          </p:nvPr>
        </p:nvGraphicFramePr>
        <p:xfrm>
          <a:off x="990602" y="1385889"/>
          <a:ext cx="5105398" cy="3948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789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B1EE-801A-E4AC-C14D-29841E855A5E}"/>
              </a:ext>
            </a:extLst>
          </p:cNvPr>
          <p:cNvSpPr>
            <a:spLocks noGrp="1"/>
          </p:cNvSpPr>
          <p:nvPr>
            <p:ph type="title"/>
          </p:nvPr>
        </p:nvSpPr>
        <p:spPr/>
        <p:txBody>
          <a:bodyPr/>
          <a:lstStyle/>
          <a:p>
            <a:r>
              <a:rPr lang="en-US" b="1" dirty="0">
                <a:solidFill>
                  <a:schemeClr val="bg1"/>
                </a:solidFill>
              </a:rPr>
              <a:t>Indigenous Medicinal Plants</a:t>
            </a:r>
            <a:r>
              <a:rPr lang="en-US" dirty="0">
                <a:solidFill>
                  <a:schemeClr val="bg1"/>
                </a:solidFill>
              </a:rPr>
              <a:t> </a:t>
            </a:r>
            <a:br>
              <a:rPr lang="en-US" dirty="0">
                <a:solidFill>
                  <a:schemeClr val="bg1"/>
                </a:solidFill>
              </a:rPr>
            </a:br>
            <a:endParaRPr lang="en-US" dirty="0">
              <a:solidFill>
                <a:schemeClr val="bg1"/>
              </a:solidFill>
            </a:endParaRPr>
          </a:p>
        </p:txBody>
      </p:sp>
      <p:pic>
        <p:nvPicPr>
          <p:cNvPr id="8" name="Content Placeholder 7" descr="10 Wild Edible And Medicinal Plants In Alberta And B.C.">
            <a:extLst>
              <a:ext uri="{FF2B5EF4-FFF2-40B4-BE49-F238E27FC236}">
                <a16:creationId xmlns:a16="http://schemas.microsoft.com/office/drawing/2014/main" id="{3F007A6F-8F01-EEDE-332B-42AD730AE859}"/>
              </a:ext>
            </a:extLst>
          </p:cNvPr>
          <p:cNvPicPr>
            <a:picLocks noGrp="1" noChangeAspect="1"/>
          </p:cNvPicPr>
          <p:nvPr>
            <p:ph idx="1"/>
          </p:nvPr>
        </p:nvPicPr>
        <p:blipFill>
          <a:blip r:embed="rId2"/>
          <a:stretch>
            <a:fillRect/>
          </a:stretch>
        </p:blipFill>
        <p:spPr>
          <a:xfrm>
            <a:off x="3879273" y="2256126"/>
            <a:ext cx="3401137" cy="2562509"/>
          </a:xfrm>
          <a:prstGeom prst="rect">
            <a:avLst/>
          </a:prstGeom>
        </p:spPr>
      </p:pic>
      <p:sp>
        <p:nvSpPr>
          <p:cNvPr id="4" name="Footer Placeholder 3">
            <a:extLst>
              <a:ext uri="{FF2B5EF4-FFF2-40B4-BE49-F238E27FC236}">
                <a16:creationId xmlns:a16="http://schemas.microsoft.com/office/drawing/2014/main" id="{D632932A-C427-B3AE-6D00-CB0024F2B01A}"/>
              </a:ext>
            </a:extLst>
          </p:cNvPr>
          <p:cNvSpPr>
            <a:spLocks noGrp="1"/>
          </p:cNvSpPr>
          <p:nvPr>
            <p:ph type="ftr" sz="quarter" idx="11"/>
          </p:nvPr>
        </p:nvSpPr>
        <p:spPr/>
        <p:txBody>
          <a:bodyPr/>
          <a:lstStyle/>
          <a:p>
            <a:r>
              <a:rPr lang="en-US"/>
              <a:t>Discovering Plants</a:t>
            </a:r>
            <a:endParaRPr lang="en-US" dirty="0"/>
          </a:p>
        </p:txBody>
      </p:sp>
      <p:sp>
        <p:nvSpPr>
          <p:cNvPr id="5" name="Slide Number Placeholder 4">
            <a:extLst>
              <a:ext uri="{FF2B5EF4-FFF2-40B4-BE49-F238E27FC236}">
                <a16:creationId xmlns:a16="http://schemas.microsoft.com/office/drawing/2014/main" id="{59914595-C62A-74C4-F559-0F9544754EA8}"/>
              </a:ext>
            </a:extLst>
          </p:cNvPr>
          <p:cNvSpPr>
            <a:spLocks noGrp="1"/>
          </p:cNvSpPr>
          <p:nvPr>
            <p:ph type="sldNum" sz="quarter" idx="12"/>
          </p:nvPr>
        </p:nvSpPr>
        <p:spPr/>
        <p:txBody>
          <a:bodyPr/>
          <a:lstStyle/>
          <a:p>
            <a:fld id="{6A2A5B72-C4FF-EE4B-BBA1-0B0C334ACFB9}" type="slidenum">
              <a:rPr lang="en-US" smtClean="0"/>
              <a:t>7</a:t>
            </a:fld>
            <a:endParaRPr lang="en-US"/>
          </a:p>
        </p:txBody>
      </p:sp>
      <p:pic>
        <p:nvPicPr>
          <p:cNvPr id="7" name="Picture 6" descr="South African Medicinal Plants">
            <a:extLst>
              <a:ext uri="{FF2B5EF4-FFF2-40B4-BE49-F238E27FC236}">
                <a16:creationId xmlns:a16="http://schemas.microsoft.com/office/drawing/2014/main" id="{5B61203C-D8E6-A79A-D89D-53ED0D99DCD2}"/>
              </a:ext>
            </a:extLst>
          </p:cNvPr>
          <p:cNvPicPr>
            <a:picLocks noChangeAspect="1"/>
          </p:cNvPicPr>
          <p:nvPr/>
        </p:nvPicPr>
        <p:blipFill>
          <a:blip r:embed="rId3"/>
          <a:stretch>
            <a:fillRect/>
          </a:stretch>
        </p:blipFill>
        <p:spPr>
          <a:xfrm>
            <a:off x="1073727" y="2256127"/>
            <a:ext cx="2479962" cy="2562509"/>
          </a:xfrm>
          <a:prstGeom prst="rect">
            <a:avLst/>
          </a:prstGeom>
        </p:spPr>
      </p:pic>
      <p:pic>
        <p:nvPicPr>
          <p:cNvPr id="9" name="Picture 8" descr="HEALING GARDENS: 7 INDIGENOUS MEDICINES IN YOUR BACKYARD ...">
            <a:extLst>
              <a:ext uri="{FF2B5EF4-FFF2-40B4-BE49-F238E27FC236}">
                <a16:creationId xmlns:a16="http://schemas.microsoft.com/office/drawing/2014/main" id="{FECBAE8C-392D-C292-69AF-5CC6FE4D8C75}"/>
              </a:ext>
            </a:extLst>
          </p:cNvPr>
          <p:cNvPicPr>
            <a:picLocks noChangeAspect="1"/>
          </p:cNvPicPr>
          <p:nvPr/>
        </p:nvPicPr>
        <p:blipFill>
          <a:blip r:embed="rId4"/>
          <a:stretch>
            <a:fillRect/>
          </a:stretch>
        </p:blipFill>
        <p:spPr>
          <a:xfrm>
            <a:off x="7478569" y="2256126"/>
            <a:ext cx="3488610" cy="2562509"/>
          </a:xfrm>
          <a:prstGeom prst="rect">
            <a:avLst/>
          </a:prstGeom>
        </p:spPr>
      </p:pic>
    </p:spTree>
    <p:extLst>
      <p:ext uri="{BB962C8B-B14F-4D97-AF65-F5344CB8AC3E}">
        <p14:creationId xmlns:p14="http://schemas.microsoft.com/office/powerpoint/2010/main" val="558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BB539-DB47-BB60-53E8-E67E59EC8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A8558-045A-6450-1BB5-CAB928FE4132}"/>
              </a:ext>
            </a:extLst>
          </p:cNvPr>
          <p:cNvSpPr>
            <a:spLocks noGrp="1"/>
          </p:cNvSpPr>
          <p:nvPr>
            <p:ph type="title"/>
          </p:nvPr>
        </p:nvSpPr>
        <p:spPr/>
        <p:txBody>
          <a:bodyPr/>
          <a:lstStyle/>
          <a:p>
            <a:r>
              <a:rPr lang="en-US" b="1" dirty="0">
                <a:solidFill>
                  <a:schemeClr val="bg1"/>
                </a:solidFill>
              </a:rPr>
              <a:t>Indigenous Medicinal Plants</a:t>
            </a:r>
            <a:r>
              <a:rPr lang="en-US" dirty="0">
                <a:solidFill>
                  <a:schemeClr val="bg1"/>
                </a:solidFill>
              </a:rPr>
              <a:t> </a:t>
            </a:r>
            <a:br>
              <a:rPr lang="en-US" dirty="0">
                <a:solidFill>
                  <a:schemeClr val="bg1"/>
                </a:solidFill>
              </a:rPr>
            </a:br>
            <a:endParaRPr lang="en-US" dirty="0">
              <a:solidFill>
                <a:schemeClr val="bg1"/>
              </a:solidFill>
            </a:endParaRPr>
          </a:p>
        </p:txBody>
      </p:sp>
      <p:sp>
        <p:nvSpPr>
          <p:cNvPr id="4" name="Footer Placeholder 3">
            <a:extLst>
              <a:ext uri="{FF2B5EF4-FFF2-40B4-BE49-F238E27FC236}">
                <a16:creationId xmlns:a16="http://schemas.microsoft.com/office/drawing/2014/main" id="{787D7576-8841-0EED-B608-64BEB231915E}"/>
              </a:ext>
            </a:extLst>
          </p:cNvPr>
          <p:cNvSpPr>
            <a:spLocks noGrp="1"/>
          </p:cNvSpPr>
          <p:nvPr>
            <p:ph type="ftr" sz="quarter" idx="11"/>
          </p:nvPr>
        </p:nvSpPr>
        <p:spPr/>
        <p:txBody>
          <a:bodyPr/>
          <a:lstStyle/>
          <a:p>
            <a:r>
              <a:rPr lang="en-US"/>
              <a:t>Discovering Plants</a:t>
            </a:r>
            <a:endParaRPr lang="en-US" dirty="0"/>
          </a:p>
        </p:txBody>
      </p:sp>
      <p:sp>
        <p:nvSpPr>
          <p:cNvPr id="5" name="Slide Number Placeholder 4">
            <a:extLst>
              <a:ext uri="{FF2B5EF4-FFF2-40B4-BE49-F238E27FC236}">
                <a16:creationId xmlns:a16="http://schemas.microsoft.com/office/drawing/2014/main" id="{D1F484D6-CDD8-F026-71F7-FCF31132C258}"/>
              </a:ext>
            </a:extLst>
          </p:cNvPr>
          <p:cNvSpPr>
            <a:spLocks noGrp="1"/>
          </p:cNvSpPr>
          <p:nvPr>
            <p:ph type="sldNum" sz="quarter" idx="12"/>
          </p:nvPr>
        </p:nvSpPr>
        <p:spPr/>
        <p:txBody>
          <a:bodyPr/>
          <a:lstStyle/>
          <a:p>
            <a:fld id="{6A2A5B72-C4FF-EE4B-BBA1-0B0C334ACFB9}" type="slidenum">
              <a:rPr lang="en-US" smtClean="0"/>
              <a:t>8</a:t>
            </a:fld>
            <a:endParaRPr lang="en-US"/>
          </a:p>
        </p:txBody>
      </p:sp>
      <p:sp>
        <p:nvSpPr>
          <p:cNvPr id="6" name="Content Placeholder 5">
            <a:extLst>
              <a:ext uri="{FF2B5EF4-FFF2-40B4-BE49-F238E27FC236}">
                <a16:creationId xmlns:a16="http://schemas.microsoft.com/office/drawing/2014/main" id="{5C36D9E8-2399-AE5E-694B-7217899634A8}"/>
              </a:ext>
            </a:extLst>
          </p:cNvPr>
          <p:cNvSpPr>
            <a:spLocks noGrp="1"/>
          </p:cNvSpPr>
          <p:nvPr>
            <p:ph idx="1"/>
          </p:nvPr>
        </p:nvSpPr>
        <p:spPr>
          <a:xfrm>
            <a:off x="727365" y="1538977"/>
            <a:ext cx="2763980" cy="3780045"/>
          </a:xfrm>
        </p:spPr>
        <p:txBody>
          <a:bodyPr>
            <a:normAutofit fontScale="85000" lnSpcReduction="20000"/>
          </a:bodyPr>
          <a:lstStyle/>
          <a:p>
            <a:pPr marL="0" indent="0">
              <a:buNone/>
            </a:pPr>
            <a:r>
              <a:rPr lang="en-US" dirty="0">
                <a:solidFill>
                  <a:schemeClr val="bg1"/>
                </a:solidFill>
              </a:rPr>
              <a:t>🌿 Aloe ferox</a:t>
            </a:r>
          </a:p>
          <a:p>
            <a:r>
              <a:rPr lang="en-US" dirty="0">
                <a:solidFill>
                  <a:schemeClr val="bg1"/>
                </a:solidFill>
              </a:rPr>
              <a:t>Traditional use:</a:t>
            </a:r>
            <a:br>
              <a:rPr lang="en-US" dirty="0">
                <a:solidFill>
                  <a:schemeClr val="bg1"/>
                </a:solidFill>
              </a:rPr>
            </a:br>
            <a:r>
              <a:rPr lang="en-US" dirty="0">
                <a:solidFill>
                  <a:schemeClr val="bg1"/>
                </a:solidFill>
              </a:rPr>
              <a:t>Treats burns and skin conditions.</a:t>
            </a:r>
          </a:p>
          <a:p>
            <a:r>
              <a:rPr lang="en-US" dirty="0">
                <a:solidFill>
                  <a:schemeClr val="bg1"/>
                </a:solidFill>
              </a:rPr>
              <a:t>Scientific note:</a:t>
            </a:r>
            <a:br>
              <a:rPr lang="en-US" dirty="0">
                <a:solidFill>
                  <a:schemeClr val="bg1"/>
                </a:solidFill>
              </a:rPr>
            </a:br>
            <a:r>
              <a:rPr lang="en-US" dirty="0">
                <a:solidFill>
                  <a:schemeClr val="bg1"/>
                </a:solidFill>
              </a:rPr>
              <a:t>Contains compounds with anti-inflammatory properties.</a:t>
            </a:r>
          </a:p>
          <a:p>
            <a:pPr marL="0" indent="0">
              <a:buNone/>
            </a:pPr>
            <a:br>
              <a:rPr lang="en-US" dirty="0">
                <a:solidFill>
                  <a:schemeClr val="bg1"/>
                </a:solidFill>
              </a:rPr>
            </a:br>
            <a:endParaRPr lang="en-US" dirty="0">
              <a:solidFill>
                <a:schemeClr val="bg1"/>
              </a:solidFill>
            </a:endParaRPr>
          </a:p>
          <a:p>
            <a:pPr marL="0" indent="0">
              <a:buNone/>
            </a:pPr>
            <a:endParaRPr lang="en-US" dirty="0">
              <a:solidFill>
                <a:schemeClr val="bg1"/>
              </a:solidFill>
            </a:endParaRPr>
          </a:p>
        </p:txBody>
      </p:sp>
      <p:sp>
        <p:nvSpPr>
          <p:cNvPr id="11" name="TextBox 10">
            <a:extLst>
              <a:ext uri="{FF2B5EF4-FFF2-40B4-BE49-F238E27FC236}">
                <a16:creationId xmlns:a16="http://schemas.microsoft.com/office/drawing/2014/main" id="{C40757BE-0DE4-B65A-F141-CC76ECCE707E}"/>
              </a:ext>
            </a:extLst>
          </p:cNvPr>
          <p:cNvSpPr txBox="1"/>
          <p:nvPr/>
        </p:nvSpPr>
        <p:spPr>
          <a:xfrm>
            <a:off x="3602180" y="1439008"/>
            <a:ext cx="3103418" cy="3416320"/>
          </a:xfrm>
          <a:prstGeom prst="rect">
            <a:avLst/>
          </a:prstGeom>
          <a:noFill/>
        </p:spPr>
        <p:txBody>
          <a:bodyPr wrap="square">
            <a:spAutoFit/>
          </a:bodyPr>
          <a:lstStyle/>
          <a:p>
            <a:r>
              <a:rPr lang="en-US" sz="2400" dirty="0">
                <a:solidFill>
                  <a:schemeClr val="bg1"/>
                </a:solidFill>
              </a:rPr>
              <a:t>🌿 African Potato</a:t>
            </a:r>
          </a:p>
          <a:p>
            <a:r>
              <a:rPr lang="en-US" sz="2400" dirty="0">
                <a:solidFill>
                  <a:schemeClr val="bg1"/>
                </a:solidFill>
              </a:rPr>
              <a:t>Traditional use:</a:t>
            </a:r>
            <a:br>
              <a:rPr lang="en-US" sz="2400" dirty="0">
                <a:solidFill>
                  <a:schemeClr val="bg1"/>
                </a:solidFill>
              </a:rPr>
            </a:br>
            <a:r>
              <a:rPr lang="en-US" sz="2400" dirty="0">
                <a:solidFill>
                  <a:schemeClr val="bg1"/>
                </a:solidFill>
              </a:rPr>
              <a:t>Supports immune health.</a:t>
            </a:r>
          </a:p>
          <a:p>
            <a:r>
              <a:rPr lang="en-US" sz="2400" dirty="0">
                <a:solidFill>
                  <a:schemeClr val="bg1"/>
                </a:solidFill>
              </a:rPr>
              <a:t>Scientific note:</a:t>
            </a:r>
            <a:br>
              <a:rPr lang="en-US" sz="2400" dirty="0">
                <a:solidFill>
                  <a:schemeClr val="bg1"/>
                </a:solidFill>
              </a:rPr>
            </a:br>
            <a:r>
              <a:rPr lang="en-US" sz="2400" dirty="0">
                <a:solidFill>
                  <a:schemeClr val="bg1"/>
                </a:solidFill>
              </a:rPr>
              <a:t>Contains phytochemicals currently being researched.</a:t>
            </a:r>
          </a:p>
        </p:txBody>
      </p:sp>
      <p:sp>
        <p:nvSpPr>
          <p:cNvPr id="13" name="TextBox 12">
            <a:extLst>
              <a:ext uri="{FF2B5EF4-FFF2-40B4-BE49-F238E27FC236}">
                <a16:creationId xmlns:a16="http://schemas.microsoft.com/office/drawing/2014/main" id="{C5A0BEF2-F3CB-09B1-4C78-0055DD2ED870}"/>
              </a:ext>
            </a:extLst>
          </p:cNvPr>
          <p:cNvSpPr txBox="1"/>
          <p:nvPr/>
        </p:nvSpPr>
        <p:spPr>
          <a:xfrm>
            <a:off x="6729845" y="1439008"/>
            <a:ext cx="3674919" cy="2677656"/>
          </a:xfrm>
          <a:prstGeom prst="rect">
            <a:avLst/>
          </a:prstGeom>
          <a:noFill/>
        </p:spPr>
        <p:txBody>
          <a:bodyPr wrap="square">
            <a:spAutoFit/>
          </a:bodyPr>
          <a:lstStyle/>
          <a:p>
            <a:r>
              <a:rPr lang="en-US" sz="2400" dirty="0">
                <a:solidFill>
                  <a:schemeClr val="bg1"/>
                </a:solidFill>
              </a:rPr>
              <a:t>🌿 Wild Garlic</a:t>
            </a:r>
          </a:p>
          <a:p>
            <a:r>
              <a:rPr lang="en-US" sz="2400" dirty="0">
                <a:solidFill>
                  <a:schemeClr val="bg1"/>
                </a:solidFill>
              </a:rPr>
              <a:t>Traditional use:</a:t>
            </a:r>
            <a:br>
              <a:rPr lang="en-US" sz="2400" dirty="0">
                <a:solidFill>
                  <a:schemeClr val="bg1"/>
                </a:solidFill>
              </a:rPr>
            </a:br>
            <a:r>
              <a:rPr lang="en-US" sz="2400" dirty="0">
                <a:solidFill>
                  <a:schemeClr val="bg1"/>
                </a:solidFill>
              </a:rPr>
              <a:t>Used for coughs and colds.</a:t>
            </a:r>
          </a:p>
          <a:p>
            <a:r>
              <a:rPr lang="en-US" sz="2400" dirty="0">
                <a:solidFill>
                  <a:schemeClr val="bg1"/>
                </a:solidFill>
              </a:rPr>
              <a:t>Scientific note:</a:t>
            </a:r>
            <a:br>
              <a:rPr lang="en-US" sz="2400" dirty="0">
                <a:solidFill>
                  <a:schemeClr val="bg1"/>
                </a:solidFill>
              </a:rPr>
            </a:br>
            <a:r>
              <a:rPr lang="en-US" sz="2400" dirty="0">
                <a:solidFill>
                  <a:schemeClr val="bg1"/>
                </a:solidFill>
              </a:rPr>
              <a:t>Contains sulfur compounds like garlic.</a:t>
            </a:r>
          </a:p>
        </p:txBody>
      </p:sp>
    </p:spTree>
    <p:extLst>
      <p:ext uri="{BB962C8B-B14F-4D97-AF65-F5344CB8AC3E}">
        <p14:creationId xmlns:p14="http://schemas.microsoft.com/office/powerpoint/2010/main" val="1578409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81DA8-C13A-7793-0D53-73CCC041D2FF}"/>
              </a:ext>
            </a:extLst>
          </p:cNvPr>
          <p:cNvSpPr>
            <a:spLocks noGrp="1"/>
          </p:cNvSpPr>
          <p:nvPr>
            <p:ph type="title"/>
          </p:nvPr>
        </p:nvSpPr>
        <p:spPr/>
        <p:txBody>
          <a:bodyPr/>
          <a:lstStyle/>
          <a:p>
            <a:r>
              <a:rPr lang="en-US" b="1" dirty="0">
                <a:solidFill>
                  <a:schemeClr val="bg1"/>
                </a:solidFill>
              </a:rPr>
              <a:t>Indigenous Knowledge Spotlight</a:t>
            </a:r>
            <a:r>
              <a:rPr lang="en-US" dirty="0">
                <a:solidFill>
                  <a:schemeClr val="bg1"/>
                </a:solidFill>
              </a:rPr>
              <a:t> </a:t>
            </a:r>
            <a:br>
              <a:rPr lang="en-US" dirty="0">
                <a:solidFill>
                  <a:schemeClr val="bg1"/>
                </a:solidFill>
              </a:rPr>
            </a:br>
            <a:endParaRPr lang="en-US" dirty="0">
              <a:solidFill>
                <a:schemeClr val="bg1"/>
              </a:solidFill>
            </a:endParaRPr>
          </a:p>
        </p:txBody>
      </p:sp>
      <p:sp>
        <p:nvSpPr>
          <p:cNvPr id="4" name="Footer Placeholder 3">
            <a:extLst>
              <a:ext uri="{FF2B5EF4-FFF2-40B4-BE49-F238E27FC236}">
                <a16:creationId xmlns:a16="http://schemas.microsoft.com/office/drawing/2014/main" id="{EE733C1B-8F0E-90B2-EAC9-8A2DFBA28C87}"/>
              </a:ext>
            </a:extLst>
          </p:cNvPr>
          <p:cNvSpPr>
            <a:spLocks noGrp="1"/>
          </p:cNvSpPr>
          <p:nvPr>
            <p:ph type="ftr" sz="quarter" idx="11"/>
          </p:nvPr>
        </p:nvSpPr>
        <p:spPr/>
        <p:txBody>
          <a:bodyPr/>
          <a:lstStyle/>
          <a:p>
            <a:r>
              <a:rPr lang="en-US"/>
              <a:t>Discovering Plants</a:t>
            </a:r>
            <a:endParaRPr lang="en-US" dirty="0"/>
          </a:p>
        </p:txBody>
      </p:sp>
      <p:sp>
        <p:nvSpPr>
          <p:cNvPr id="5" name="Slide Number Placeholder 4">
            <a:extLst>
              <a:ext uri="{FF2B5EF4-FFF2-40B4-BE49-F238E27FC236}">
                <a16:creationId xmlns:a16="http://schemas.microsoft.com/office/drawing/2014/main" id="{831709E1-19A6-73AF-E291-C12C99F1CAED}"/>
              </a:ext>
            </a:extLst>
          </p:cNvPr>
          <p:cNvSpPr>
            <a:spLocks noGrp="1"/>
          </p:cNvSpPr>
          <p:nvPr>
            <p:ph type="sldNum" sz="quarter" idx="12"/>
          </p:nvPr>
        </p:nvSpPr>
        <p:spPr/>
        <p:txBody>
          <a:bodyPr/>
          <a:lstStyle/>
          <a:p>
            <a:fld id="{6A2A5B72-C4FF-EE4B-BBA1-0B0C334ACFB9}" type="slidenum">
              <a:rPr lang="en-US" smtClean="0"/>
              <a:t>9</a:t>
            </a:fld>
            <a:endParaRPr lang="en-US"/>
          </a:p>
        </p:txBody>
      </p:sp>
      <p:pic>
        <p:nvPicPr>
          <p:cNvPr id="8" name="Picture 7">
            <a:hlinkClick r:id="rId2"/>
            <a:extLst>
              <a:ext uri="{FF2B5EF4-FFF2-40B4-BE49-F238E27FC236}">
                <a16:creationId xmlns:a16="http://schemas.microsoft.com/office/drawing/2014/main" id="{BC4D913C-2AF0-78F7-4C23-AF9AFF498AF2}"/>
              </a:ext>
            </a:extLst>
          </p:cNvPr>
          <p:cNvPicPr>
            <a:picLocks noChangeAspect="1"/>
          </p:cNvPicPr>
          <p:nvPr/>
        </p:nvPicPr>
        <p:blipFill>
          <a:blip r:embed="rId3"/>
          <a:stretch>
            <a:fillRect/>
          </a:stretch>
        </p:blipFill>
        <p:spPr>
          <a:xfrm>
            <a:off x="942109" y="1108364"/>
            <a:ext cx="7668491" cy="4239491"/>
          </a:xfrm>
          <a:prstGeom prst="rect">
            <a:avLst/>
          </a:prstGeom>
        </p:spPr>
      </p:pic>
      <p:sp>
        <p:nvSpPr>
          <p:cNvPr id="11" name="Content Placeholder 2">
            <a:extLst>
              <a:ext uri="{FF2B5EF4-FFF2-40B4-BE49-F238E27FC236}">
                <a16:creationId xmlns:a16="http://schemas.microsoft.com/office/drawing/2014/main" id="{0DC35CE8-6691-CD36-873B-13FF220EDC11}"/>
              </a:ext>
            </a:extLst>
          </p:cNvPr>
          <p:cNvSpPr>
            <a:spLocks noGrp="1"/>
          </p:cNvSpPr>
          <p:nvPr>
            <p:ph idx="1"/>
          </p:nvPr>
        </p:nvSpPr>
        <p:spPr>
          <a:xfrm>
            <a:off x="8929254" y="1754171"/>
            <a:ext cx="2556164" cy="3593684"/>
          </a:xfrm>
        </p:spPr>
        <p:txBody>
          <a:bodyPr>
            <a:normAutofit/>
          </a:bodyPr>
          <a:lstStyle/>
          <a:p>
            <a:pPr marL="0" indent="0">
              <a:buNone/>
            </a:pPr>
            <a:r>
              <a:rPr lang="en-US" sz="1800" dirty="0">
                <a:solidFill>
                  <a:schemeClr val="bg1"/>
                </a:solidFill>
              </a:rPr>
              <a:t>Click the </a:t>
            </a:r>
            <a:r>
              <a:rPr lang="en-US" sz="1800" dirty="0" err="1">
                <a:solidFill>
                  <a:schemeClr val="bg1"/>
                </a:solidFill>
              </a:rPr>
              <a:t>imahge</a:t>
            </a:r>
            <a:r>
              <a:rPr lang="en-US" sz="1800" dirty="0">
                <a:solidFill>
                  <a:schemeClr val="bg1"/>
                </a:solidFill>
              </a:rPr>
              <a:t> to watch the video!</a:t>
            </a:r>
          </a:p>
          <a:p>
            <a:pPr marL="0" indent="0">
              <a:buNone/>
            </a:pPr>
            <a:endParaRPr lang="en-US" sz="1800" dirty="0">
              <a:solidFill>
                <a:schemeClr val="bg1"/>
              </a:solidFill>
            </a:endParaRPr>
          </a:p>
          <a:p>
            <a:pPr marL="0" indent="0">
              <a:buNone/>
            </a:pPr>
            <a:r>
              <a:rPr lang="en-US" sz="1800" dirty="0">
                <a:solidFill>
                  <a:schemeClr val="bg1"/>
                </a:solidFill>
              </a:rPr>
              <a:t>Reflection question</a:t>
            </a:r>
          </a:p>
          <a:p>
            <a:pPr marL="0" indent="0">
              <a:buNone/>
            </a:pPr>
            <a:endParaRPr lang="en-US" sz="1800" dirty="0"/>
          </a:p>
          <a:p>
            <a:pPr marL="0" indent="0">
              <a:buNone/>
            </a:pPr>
            <a:r>
              <a:rPr lang="en-US" sz="1800" dirty="0"/>
              <a:t>Why is it important to preserve Indigenous Knowledge?</a:t>
            </a:r>
          </a:p>
          <a:p>
            <a:endParaRPr lang="en-US" sz="1800" dirty="0"/>
          </a:p>
        </p:txBody>
      </p:sp>
    </p:spTree>
    <p:extLst>
      <p:ext uri="{BB962C8B-B14F-4D97-AF65-F5344CB8AC3E}">
        <p14:creationId xmlns:p14="http://schemas.microsoft.com/office/powerpoint/2010/main" val="1474314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03FA-2E0D-89C3-7446-09664C81F08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dirty="0">
                <a:solidFill>
                  <a:schemeClr val="bg1"/>
                </a:solidFill>
                <a:latin typeface="+mj-lt"/>
                <a:ea typeface="+mj-ea"/>
                <a:cs typeface="+mj-cs"/>
              </a:rPr>
              <a:t>Scientific Connections</a:t>
            </a:r>
            <a:r>
              <a:rPr lang="en-US" kern="1200" dirty="0">
                <a:solidFill>
                  <a:schemeClr val="bg1"/>
                </a:solidFill>
                <a:latin typeface="+mj-lt"/>
                <a:ea typeface="+mj-ea"/>
                <a:cs typeface="+mj-cs"/>
              </a:rPr>
              <a:t> </a:t>
            </a:r>
            <a:br>
              <a:rPr lang="en-US" kern="1200" dirty="0">
                <a:solidFill>
                  <a:schemeClr val="bg1"/>
                </a:solidFill>
                <a:latin typeface="+mj-lt"/>
                <a:ea typeface="+mj-ea"/>
                <a:cs typeface="+mj-cs"/>
              </a:rPr>
            </a:br>
            <a:endParaRPr lang="en-US" kern="1200" dirty="0">
              <a:solidFill>
                <a:schemeClr val="bg1"/>
              </a:solidFill>
              <a:latin typeface="+mj-lt"/>
              <a:ea typeface="+mj-ea"/>
              <a:cs typeface="+mj-cs"/>
            </a:endParaRPr>
          </a:p>
        </p:txBody>
      </p:sp>
      <p:sp>
        <p:nvSpPr>
          <p:cNvPr id="4" name="Footer Placeholder 3">
            <a:extLst>
              <a:ext uri="{FF2B5EF4-FFF2-40B4-BE49-F238E27FC236}">
                <a16:creationId xmlns:a16="http://schemas.microsoft.com/office/drawing/2014/main" id="{075FE7B0-14D7-5550-735C-67E89E58869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FFC000"/>
                </a:solidFill>
                <a:latin typeface="+mn-lt"/>
                <a:ea typeface="+mn-ea"/>
                <a:cs typeface="+mn-cs"/>
              </a:rPr>
              <a:t>Discovering Plants</a:t>
            </a:r>
          </a:p>
        </p:txBody>
      </p:sp>
      <p:sp>
        <p:nvSpPr>
          <p:cNvPr id="5" name="Slide Number Placeholder 4">
            <a:extLst>
              <a:ext uri="{FF2B5EF4-FFF2-40B4-BE49-F238E27FC236}">
                <a16:creationId xmlns:a16="http://schemas.microsoft.com/office/drawing/2014/main" id="{61B966CF-8810-AE5C-2E9D-DEC5E538085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A2A5B72-C4FF-EE4B-BBA1-0B0C334ACFB9}" type="slidenum">
              <a:rPr lang="en-US" smtClean="0"/>
              <a:pPr>
                <a:spcAft>
                  <a:spcPts val="600"/>
                </a:spcAft>
              </a:pPr>
              <a:t>10</a:t>
            </a:fld>
            <a:endParaRPr lang="en-US"/>
          </a:p>
        </p:txBody>
      </p:sp>
      <p:graphicFrame>
        <p:nvGraphicFramePr>
          <p:cNvPr id="10" name="Content Placeholder 2">
            <a:extLst>
              <a:ext uri="{FF2B5EF4-FFF2-40B4-BE49-F238E27FC236}">
                <a16:creationId xmlns:a16="http://schemas.microsoft.com/office/drawing/2014/main" id="{3004FEE2-05B5-EA49-900B-F422F2B67495}"/>
              </a:ext>
            </a:extLst>
          </p:cNvPr>
          <p:cNvGraphicFramePr>
            <a:graphicFrameLocks noGrp="1"/>
          </p:cNvGraphicFramePr>
          <p:nvPr>
            <p:ph sz="half" idx="1"/>
            <p:extLst>
              <p:ext uri="{D42A27DB-BD31-4B8C-83A1-F6EECF244321}">
                <p14:modId xmlns:p14="http://schemas.microsoft.com/office/powerpoint/2010/main" val="4100933102"/>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a:extLst>
              <a:ext uri="{FF2B5EF4-FFF2-40B4-BE49-F238E27FC236}">
                <a16:creationId xmlns:a16="http://schemas.microsoft.com/office/drawing/2014/main" id="{3E1A1E65-6676-875B-A44D-5D782F84F7C2}"/>
              </a:ext>
            </a:extLst>
          </p:cNvPr>
          <p:cNvGrpSpPr/>
          <p:nvPr/>
        </p:nvGrpSpPr>
        <p:grpSpPr>
          <a:xfrm>
            <a:off x="6172202" y="2239859"/>
            <a:ext cx="5327072" cy="2684532"/>
            <a:chOff x="-145472" y="935546"/>
            <a:chExt cx="5327072" cy="2684532"/>
          </a:xfrm>
        </p:grpSpPr>
        <p:sp>
          <p:nvSpPr>
            <p:cNvPr id="12" name="Rectangle 11">
              <a:extLst>
                <a:ext uri="{FF2B5EF4-FFF2-40B4-BE49-F238E27FC236}">
                  <a16:creationId xmlns:a16="http://schemas.microsoft.com/office/drawing/2014/main" id="{B5430CD5-6324-3972-38A7-1AAF215B9FAF}"/>
                </a:ext>
              </a:extLst>
            </p:cNvPr>
            <p:cNvSpPr/>
            <p:nvPr/>
          </p:nvSpPr>
          <p:spPr>
            <a:xfrm>
              <a:off x="0" y="1055979"/>
              <a:ext cx="5181600" cy="2564099"/>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TextBox 12">
              <a:extLst>
                <a:ext uri="{FF2B5EF4-FFF2-40B4-BE49-F238E27FC236}">
                  <a16:creationId xmlns:a16="http://schemas.microsoft.com/office/drawing/2014/main" id="{069EBF92-EAEC-8248-AC27-3981FA77E25A}"/>
                </a:ext>
              </a:extLst>
            </p:cNvPr>
            <p:cNvSpPr txBox="1"/>
            <p:nvPr/>
          </p:nvSpPr>
          <p:spPr>
            <a:xfrm>
              <a:off x="-145472" y="935546"/>
              <a:ext cx="5181600" cy="256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02150" tIns="458216" rIns="402150" bIns="156464" numCol="1" spcCol="1270" anchor="t" anchorCtr="0">
              <a:noAutofit/>
            </a:bodyPr>
            <a:lstStyle/>
            <a:p>
              <a:pPr marL="285750" lvl="0" indent="-285750">
                <a:buFont typeface="Arial" panose="020B0604020202020204" pitchFamily="34" charset="0"/>
                <a:buChar char="•"/>
              </a:pPr>
              <a:r>
                <a:rPr lang="en-US" sz="2200" dirty="0"/>
                <a:t>Based on observation, investigation, and experimentation. </a:t>
              </a:r>
            </a:p>
            <a:p>
              <a:pPr marL="285750" lvl="0" indent="-285750">
                <a:buFont typeface="Arial" panose="020B0604020202020204" pitchFamily="34" charset="0"/>
                <a:buChar char="•"/>
              </a:pPr>
              <a:r>
                <a:rPr lang="en-US" sz="2200" dirty="0"/>
                <a:t>Tested using evidence. </a:t>
              </a:r>
            </a:p>
            <a:p>
              <a:pPr marL="285750" lvl="0" indent="-285750">
                <a:buFont typeface="Arial" panose="020B0604020202020204" pitchFamily="34" charset="0"/>
                <a:buChar char="•"/>
              </a:pPr>
              <a:r>
                <a:rPr lang="en-US" sz="2200" dirty="0"/>
                <a:t>Shared through research and publications. </a:t>
              </a:r>
            </a:p>
          </p:txBody>
        </p:sp>
      </p:grpSp>
      <p:grpSp>
        <p:nvGrpSpPr>
          <p:cNvPr id="14" name="Group 13">
            <a:extLst>
              <a:ext uri="{FF2B5EF4-FFF2-40B4-BE49-F238E27FC236}">
                <a16:creationId xmlns:a16="http://schemas.microsoft.com/office/drawing/2014/main" id="{1E64C85E-88C5-3380-DB74-7CEEC8231D51}"/>
              </a:ext>
            </a:extLst>
          </p:cNvPr>
          <p:cNvGrpSpPr/>
          <p:nvPr/>
        </p:nvGrpSpPr>
        <p:grpSpPr>
          <a:xfrm>
            <a:off x="7094914" y="1944866"/>
            <a:ext cx="3627120" cy="649440"/>
            <a:chOff x="259080" y="731259"/>
            <a:chExt cx="3627120" cy="649440"/>
          </a:xfrm>
        </p:grpSpPr>
        <p:sp>
          <p:nvSpPr>
            <p:cNvPr id="15" name="Rounded Rectangle 14">
              <a:extLst>
                <a:ext uri="{FF2B5EF4-FFF2-40B4-BE49-F238E27FC236}">
                  <a16:creationId xmlns:a16="http://schemas.microsoft.com/office/drawing/2014/main" id="{9242F1B0-EEC5-416A-AE39-2B5DE5825243}"/>
                </a:ext>
              </a:extLst>
            </p:cNvPr>
            <p:cNvSpPr/>
            <p:nvPr/>
          </p:nvSpPr>
          <p:spPr>
            <a:xfrm>
              <a:off x="259080" y="731259"/>
              <a:ext cx="3627120" cy="6494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 name="Rounded Rectangle 4">
              <a:extLst>
                <a:ext uri="{FF2B5EF4-FFF2-40B4-BE49-F238E27FC236}">
                  <a16:creationId xmlns:a16="http://schemas.microsoft.com/office/drawing/2014/main" id="{5CFC4F2F-A3D6-9F73-2DDE-2E5159C90D0F}"/>
                </a:ext>
              </a:extLst>
            </p:cNvPr>
            <p:cNvSpPr txBox="1"/>
            <p:nvPr/>
          </p:nvSpPr>
          <p:spPr>
            <a:xfrm>
              <a:off x="290783" y="749384"/>
              <a:ext cx="3563714" cy="5860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7097" tIns="0" rIns="137097" bIns="0" numCol="1" spcCol="1270" anchor="ctr" anchorCtr="0">
              <a:noAutofit/>
            </a:bodyPr>
            <a:lstStyle/>
            <a:p>
              <a:pPr lvl="0" defTabSz="977900">
                <a:lnSpc>
                  <a:spcPct val="90000"/>
                </a:lnSpc>
                <a:spcBef>
                  <a:spcPct val="0"/>
                </a:spcBef>
                <a:spcAft>
                  <a:spcPct val="35000"/>
                </a:spcAft>
              </a:pPr>
              <a:r>
                <a:rPr lang="en-US" sz="2200" b="1" kern="1200" dirty="0"/>
                <a:t>2. </a:t>
              </a:r>
              <a:r>
                <a:rPr lang="en-US" sz="2400" b="1" dirty="0"/>
                <a:t>Scientific Knowledge</a:t>
              </a:r>
              <a:endParaRPr lang="en-US" sz="2200" kern="1200" dirty="0"/>
            </a:p>
          </p:txBody>
        </p:sp>
      </p:grpSp>
      <p:sp>
        <p:nvSpPr>
          <p:cNvPr id="18" name="TextBox 17">
            <a:extLst>
              <a:ext uri="{FF2B5EF4-FFF2-40B4-BE49-F238E27FC236}">
                <a16:creationId xmlns:a16="http://schemas.microsoft.com/office/drawing/2014/main" id="{D836736F-0922-876D-6C54-05A1CFCD537A}"/>
              </a:ext>
            </a:extLst>
          </p:cNvPr>
          <p:cNvSpPr txBox="1"/>
          <p:nvPr/>
        </p:nvSpPr>
        <p:spPr>
          <a:xfrm>
            <a:off x="2840184" y="1466439"/>
            <a:ext cx="6096000" cy="646331"/>
          </a:xfrm>
          <a:prstGeom prst="rect">
            <a:avLst/>
          </a:prstGeom>
          <a:noFill/>
        </p:spPr>
        <p:txBody>
          <a:bodyPr wrap="square">
            <a:spAutoFit/>
          </a:bodyPr>
          <a:lstStyle/>
          <a:p>
            <a:pPr algn="ctr"/>
            <a:r>
              <a:rPr lang="en-US" b="1" dirty="0"/>
              <a:t>Both systems help us understand and care for the environment</a:t>
            </a:r>
            <a:endParaRPr lang="en-US" dirty="0"/>
          </a:p>
        </p:txBody>
      </p:sp>
    </p:spTree>
    <p:extLst>
      <p:ext uri="{BB962C8B-B14F-4D97-AF65-F5344CB8AC3E}">
        <p14:creationId xmlns:p14="http://schemas.microsoft.com/office/powerpoint/2010/main" val="191627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AB20E-8C3C-0275-EFB1-67261AACA342}"/>
              </a:ext>
            </a:extLst>
          </p:cNvPr>
          <p:cNvSpPr>
            <a:spLocks noGrp="1"/>
          </p:cNvSpPr>
          <p:nvPr>
            <p:ph type="title"/>
          </p:nvPr>
        </p:nvSpPr>
        <p:spPr>
          <a:xfrm>
            <a:off x="838200" y="365125"/>
            <a:ext cx="10515600" cy="1325563"/>
          </a:xfrm>
        </p:spPr>
        <p:txBody>
          <a:bodyPr anchor="ctr">
            <a:normAutofit/>
          </a:bodyPr>
          <a:lstStyle/>
          <a:p>
            <a:r>
              <a:rPr lang="en-US" b="1" dirty="0">
                <a:solidFill>
                  <a:schemeClr val="bg1"/>
                </a:solidFill>
              </a:rPr>
              <a:t>Plants and Nutrition</a:t>
            </a:r>
            <a:r>
              <a:rPr lang="en-US" dirty="0">
                <a:solidFill>
                  <a:schemeClr val="bg1"/>
                </a:solidFill>
              </a:rPr>
              <a:t> </a:t>
            </a:r>
            <a:br>
              <a:rPr lang="en-US" dirty="0">
                <a:solidFill>
                  <a:schemeClr val="bg1"/>
                </a:solidFill>
              </a:rPr>
            </a:br>
            <a:endParaRPr lang="en-US" dirty="0">
              <a:solidFill>
                <a:schemeClr val="bg1"/>
              </a:solidFill>
            </a:endParaRPr>
          </a:p>
        </p:txBody>
      </p:sp>
      <p:pic>
        <p:nvPicPr>
          <p:cNvPr id="6" name="Picture 5" descr="Plant-based nutrition: How to nourish our people and our planet">
            <a:extLst>
              <a:ext uri="{FF2B5EF4-FFF2-40B4-BE49-F238E27FC236}">
                <a16:creationId xmlns:a16="http://schemas.microsoft.com/office/drawing/2014/main" id="{822584E4-66AB-9E76-DC60-D7DF3469ED56}"/>
              </a:ext>
            </a:extLst>
          </p:cNvPr>
          <p:cNvPicPr>
            <a:picLocks noChangeAspect="1"/>
          </p:cNvPicPr>
          <p:nvPr/>
        </p:nvPicPr>
        <p:blipFill>
          <a:blip r:embed="rId2"/>
          <a:srcRect l="11974" r="20747" b="2"/>
          <a:stretch>
            <a:fillRect/>
          </a:stretch>
        </p:blipFill>
        <p:spPr>
          <a:xfrm>
            <a:off x="838200" y="1552921"/>
            <a:ext cx="4468091" cy="3752157"/>
          </a:xfrm>
          <a:prstGeom prst="rect">
            <a:avLst/>
          </a:prstGeom>
          <a:noFill/>
        </p:spPr>
      </p:pic>
      <p:sp>
        <p:nvSpPr>
          <p:cNvPr id="3" name="Content Placeholder 2">
            <a:extLst>
              <a:ext uri="{FF2B5EF4-FFF2-40B4-BE49-F238E27FC236}">
                <a16:creationId xmlns:a16="http://schemas.microsoft.com/office/drawing/2014/main" id="{B4FA5EEF-65C6-2F6F-A48A-5DDA0E036ED4}"/>
              </a:ext>
            </a:extLst>
          </p:cNvPr>
          <p:cNvSpPr>
            <a:spLocks noGrp="1"/>
          </p:cNvSpPr>
          <p:nvPr>
            <p:ph sz="half" idx="2"/>
          </p:nvPr>
        </p:nvSpPr>
        <p:spPr>
          <a:xfrm>
            <a:off x="6172200" y="1825625"/>
            <a:ext cx="5181600" cy="4351338"/>
          </a:xfrm>
        </p:spPr>
        <p:txBody>
          <a:bodyPr>
            <a:normAutofit/>
          </a:bodyPr>
          <a:lstStyle/>
          <a:p>
            <a:pPr marL="0" indent="0">
              <a:buNone/>
            </a:pPr>
            <a:r>
              <a:rPr lang="en-US" sz="1500" b="1" dirty="0">
                <a:solidFill>
                  <a:schemeClr val="bg1"/>
                </a:solidFill>
              </a:rPr>
              <a:t>Plants Keep Us Healthy</a:t>
            </a:r>
          </a:p>
          <a:p>
            <a:pPr marL="457200" lvl="1" indent="0">
              <a:buNone/>
            </a:pPr>
            <a:r>
              <a:rPr lang="en-US" sz="1500" dirty="0">
                <a:solidFill>
                  <a:schemeClr val="bg1"/>
                </a:solidFill>
              </a:rPr>
              <a:t>Plants provide nutrients our bodies need to grow and function.</a:t>
            </a:r>
          </a:p>
          <a:p>
            <a:r>
              <a:rPr lang="en-US" sz="1500" dirty="0">
                <a:solidFill>
                  <a:schemeClr val="bg1"/>
                </a:solidFill>
              </a:rPr>
              <a:t>🥬 </a:t>
            </a:r>
            <a:r>
              <a:rPr lang="en-US" sz="1500" b="1" dirty="0">
                <a:solidFill>
                  <a:schemeClr val="bg1"/>
                </a:solidFill>
              </a:rPr>
              <a:t>Leafy vegetables</a:t>
            </a:r>
            <a:endParaRPr lang="en-US" sz="1500" dirty="0">
              <a:solidFill>
                <a:schemeClr val="bg1"/>
              </a:solidFill>
            </a:endParaRPr>
          </a:p>
          <a:p>
            <a:pPr marL="457200" lvl="1" indent="0">
              <a:buNone/>
            </a:pPr>
            <a:r>
              <a:rPr lang="en-US" sz="1500" dirty="0">
                <a:solidFill>
                  <a:schemeClr val="bg1"/>
                </a:solidFill>
              </a:rPr>
              <a:t>Rich in iron and vitamins.</a:t>
            </a:r>
          </a:p>
          <a:p>
            <a:r>
              <a:rPr lang="en-US" sz="1500" dirty="0">
                <a:solidFill>
                  <a:schemeClr val="bg1"/>
                </a:solidFill>
              </a:rPr>
              <a:t>🍊 </a:t>
            </a:r>
            <a:r>
              <a:rPr lang="en-US" sz="1500" b="1" dirty="0">
                <a:solidFill>
                  <a:schemeClr val="bg1"/>
                </a:solidFill>
              </a:rPr>
              <a:t>Fruits</a:t>
            </a:r>
            <a:endParaRPr lang="en-US" sz="1500" dirty="0">
              <a:solidFill>
                <a:schemeClr val="bg1"/>
              </a:solidFill>
            </a:endParaRPr>
          </a:p>
          <a:p>
            <a:pPr marL="457200" lvl="1" indent="0">
              <a:buNone/>
            </a:pPr>
            <a:r>
              <a:rPr lang="en-US" sz="1500" dirty="0">
                <a:solidFill>
                  <a:schemeClr val="bg1"/>
                </a:solidFill>
              </a:rPr>
              <a:t>Provide vitamins, </a:t>
            </a:r>
            <a:r>
              <a:rPr lang="en-US" sz="1500" dirty="0" err="1">
                <a:solidFill>
                  <a:schemeClr val="bg1"/>
                </a:solidFill>
              </a:rPr>
              <a:t>fibre</a:t>
            </a:r>
            <a:r>
              <a:rPr lang="en-US" sz="1500" dirty="0">
                <a:solidFill>
                  <a:schemeClr val="bg1"/>
                </a:solidFill>
              </a:rPr>
              <a:t>, and antioxidants.</a:t>
            </a:r>
          </a:p>
          <a:p>
            <a:r>
              <a:rPr lang="en-US" sz="1500" dirty="0">
                <a:solidFill>
                  <a:schemeClr val="bg1"/>
                </a:solidFill>
              </a:rPr>
              <a:t>🌽 </a:t>
            </a:r>
            <a:r>
              <a:rPr lang="en-US" sz="1500" b="1" dirty="0">
                <a:solidFill>
                  <a:schemeClr val="bg1"/>
                </a:solidFill>
              </a:rPr>
              <a:t>Grains</a:t>
            </a:r>
            <a:endParaRPr lang="en-US" sz="1500" dirty="0">
              <a:solidFill>
                <a:schemeClr val="bg1"/>
              </a:solidFill>
            </a:endParaRPr>
          </a:p>
          <a:p>
            <a:pPr marL="457200" lvl="1" indent="0">
              <a:buNone/>
            </a:pPr>
            <a:r>
              <a:rPr lang="en-US" sz="1500" dirty="0">
                <a:solidFill>
                  <a:schemeClr val="bg1"/>
                </a:solidFill>
              </a:rPr>
              <a:t>Supply carbohydrates for energy.</a:t>
            </a:r>
          </a:p>
          <a:p>
            <a:r>
              <a:rPr lang="en-US" sz="1500" dirty="0">
                <a:solidFill>
                  <a:schemeClr val="bg1"/>
                </a:solidFill>
              </a:rPr>
              <a:t>🫘 </a:t>
            </a:r>
            <a:r>
              <a:rPr lang="en-US" sz="1500" b="1" dirty="0">
                <a:solidFill>
                  <a:schemeClr val="bg1"/>
                </a:solidFill>
              </a:rPr>
              <a:t>Legumes</a:t>
            </a:r>
            <a:endParaRPr lang="en-US" sz="1500" dirty="0">
              <a:solidFill>
                <a:schemeClr val="bg1"/>
              </a:solidFill>
            </a:endParaRPr>
          </a:p>
          <a:p>
            <a:pPr marL="457200" lvl="1" indent="0">
              <a:buNone/>
            </a:pPr>
            <a:r>
              <a:rPr lang="en-US" sz="1500" dirty="0">
                <a:solidFill>
                  <a:schemeClr val="bg1"/>
                </a:solidFill>
              </a:rPr>
              <a:t>Excellent source of plant protein.</a:t>
            </a:r>
          </a:p>
          <a:p>
            <a:pPr marL="0" indent="0">
              <a:buNone/>
            </a:pPr>
            <a:r>
              <a:rPr lang="en-US" sz="1500" b="1" dirty="0">
                <a:solidFill>
                  <a:schemeClr val="bg1"/>
                </a:solidFill>
              </a:rPr>
              <a:t>Healthy eating includes a variety of plant foods every day.</a:t>
            </a:r>
          </a:p>
          <a:p>
            <a:endParaRPr lang="en-US" sz="1500" dirty="0">
              <a:solidFill>
                <a:schemeClr val="bg1"/>
              </a:solidFill>
            </a:endParaRPr>
          </a:p>
        </p:txBody>
      </p:sp>
      <p:sp>
        <p:nvSpPr>
          <p:cNvPr id="4" name="Footer Placeholder 3">
            <a:extLst>
              <a:ext uri="{FF2B5EF4-FFF2-40B4-BE49-F238E27FC236}">
                <a16:creationId xmlns:a16="http://schemas.microsoft.com/office/drawing/2014/main" id="{C44C4FBB-C9FB-771F-BE8A-3AC016DE9F63}"/>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solidFill>
                  <a:srgbClr val="FFC000"/>
                </a:solidFill>
              </a:rPr>
              <a:t>Discovering Plants</a:t>
            </a:r>
          </a:p>
        </p:txBody>
      </p:sp>
      <p:sp>
        <p:nvSpPr>
          <p:cNvPr id="5" name="Slide Number Placeholder 4">
            <a:extLst>
              <a:ext uri="{FF2B5EF4-FFF2-40B4-BE49-F238E27FC236}">
                <a16:creationId xmlns:a16="http://schemas.microsoft.com/office/drawing/2014/main" id="{C87D7404-FB2C-C4DE-4E11-2ACC6DB33ED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pPr>
                <a:spcAft>
                  <a:spcPts val="600"/>
                </a:spcAft>
              </a:pPr>
              <a:t>11</a:t>
            </a:fld>
            <a:endParaRPr lang="en-US"/>
          </a:p>
        </p:txBody>
      </p:sp>
    </p:spTree>
    <p:extLst>
      <p:ext uri="{BB962C8B-B14F-4D97-AF65-F5344CB8AC3E}">
        <p14:creationId xmlns:p14="http://schemas.microsoft.com/office/powerpoint/2010/main" val="201403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73487-26BD-6F99-C613-3C142BB97EF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100" b="1" kern="1200" dirty="0">
                <a:solidFill>
                  <a:schemeClr val="bg1"/>
                </a:solidFill>
                <a:latin typeface="+mj-lt"/>
                <a:ea typeface="+mj-ea"/>
                <a:cs typeface="+mj-cs"/>
              </a:rPr>
              <a:t>Conservation: Why Should We Protect Plants?</a:t>
            </a:r>
            <a:br>
              <a:rPr lang="en-US" sz="4100" kern="1200" dirty="0">
                <a:solidFill>
                  <a:schemeClr val="bg1"/>
                </a:solidFill>
                <a:latin typeface="+mj-lt"/>
                <a:ea typeface="+mj-ea"/>
                <a:cs typeface="+mj-cs"/>
              </a:rPr>
            </a:br>
            <a:endParaRPr lang="en-US" sz="4100" kern="1200" dirty="0">
              <a:solidFill>
                <a:schemeClr val="bg1"/>
              </a:solidFill>
              <a:latin typeface="+mj-lt"/>
              <a:ea typeface="+mj-ea"/>
              <a:cs typeface="+mj-cs"/>
            </a:endParaRPr>
          </a:p>
        </p:txBody>
      </p:sp>
      <p:sp>
        <p:nvSpPr>
          <p:cNvPr id="7" name="TextBox 6">
            <a:extLst>
              <a:ext uri="{FF2B5EF4-FFF2-40B4-BE49-F238E27FC236}">
                <a16:creationId xmlns:a16="http://schemas.microsoft.com/office/drawing/2014/main" id="{96367756-FBA3-494C-251C-D798A5A1DA81}"/>
              </a:ext>
            </a:extLst>
          </p:cNvPr>
          <p:cNvSpPr txBox="1"/>
          <p:nvPr/>
        </p:nvSpPr>
        <p:spPr>
          <a:xfrm>
            <a:off x="838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en-US" sz="2800" b="1" dirty="0">
                <a:solidFill>
                  <a:schemeClr val="bg1"/>
                </a:solidFill>
              </a:rPr>
              <a:t>2. How can we help?</a:t>
            </a:r>
            <a:endParaRPr lang="en-US" sz="2800" b="1">
              <a:solidFill>
                <a:schemeClr val="bg1"/>
              </a:solidFill>
            </a:endParaRPr>
          </a:p>
          <a:p>
            <a:pPr marL="228600" indent="-228600">
              <a:lnSpc>
                <a:spcPct val="90000"/>
              </a:lnSpc>
              <a:spcBef>
                <a:spcPts val="1000"/>
              </a:spcBef>
              <a:buFont typeface="Arial" panose="020B0604020202020204" pitchFamily="34" charset="0"/>
              <a:buChar char="•"/>
            </a:pPr>
            <a:endParaRPr lang="en-US" sz="2800" b="1">
              <a:solidFill>
                <a:schemeClr val="bg1"/>
              </a:solidFill>
            </a:endParaRPr>
          </a:p>
          <a:p>
            <a:pPr marL="228600" indent="-228600">
              <a:lnSpc>
                <a:spcPct val="90000"/>
              </a:lnSpc>
              <a:spcBef>
                <a:spcPts val="1000"/>
              </a:spcBef>
              <a:buFont typeface="Arial" panose="020B0604020202020204" pitchFamily="34" charset="0"/>
              <a:buChar char="•"/>
            </a:pPr>
            <a:r>
              <a:rPr lang="en-US" sz="2800" dirty="0">
                <a:solidFill>
                  <a:schemeClr val="bg1"/>
                </a:solidFill>
              </a:rPr>
              <a:t>✅ Protect natural habitats</a:t>
            </a:r>
            <a:endParaRPr lang="en-US" sz="2800">
              <a:solidFill>
                <a:schemeClr val="bg1"/>
              </a:solidFill>
            </a:endParaRPr>
          </a:p>
          <a:p>
            <a:pPr marL="228600" indent="-228600">
              <a:lnSpc>
                <a:spcPct val="90000"/>
              </a:lnSpc>
              <a:spcBef>
                <a:spcPts val="1000"/>
              </a:spcBef>
              <a:buFont typeface="Arial" panose="020B0604020202020204" pitchFamily="34" charset="0"/>
              <a:buChar char="•"/>
            </a:pPr>
            <a:r>
              <a:rPr lang="en-US" sz="2800" dirty="0">
                <a:solidFill>
                  <a:schemeClr val="bg1"/>
                </a:solidFill>
              </a:rPr>
              <a:t>✅ Plant indigenous species</a:t>
            </a:r>
            <a:endParaRPr lang="en-US" sz="2800">
              <a:solidFill>
                <a:schemeClr val="bg1"/>
              </a:solidFill>
            </a:endParaRPr>
          </a:p>
          <a:p>
            <a:pPr marL="228600" indent="-228600">
              <a:lnSpc>
                <a:spcPct val="90000"/>
              </a:lnSpc>
              <a:spcBef>
                <a:spcPts val="1000"/>
              </a:spcBef>
              <a:buFont typeface="Arial" panose="020B0604020202020204" pitchFamily="34" charset="0"/>
              <a:buChar char="•"/>
            </a:pPr>
            <a:r>
              <a:rPr lang="en-US" sz="2800" dirty="0">
                <a:solidFill>
                  <a:schemeClr val="bg1"/>
                </a:solidFill>
              </a:rPr>
              <a:t>✅ Harvest sustainably</a:t>
            </a:r>
            <a:endParaRPr lang="en-US" sz="2800">
              <a:solidFill>
                <a:schemeClr val="bg1"/>
              </a:solidFill>
            </a:endParaRPr>
          </a:p>
          <a:p>
            <a:pPr marL="228600" indent="-228600">
              <a:lnSpc>
                <a:spcPct val="90000"/>
              </a:lnSpc>
              <a:spcBef>
                <a:spcPts val="1000"/>
              </a:spcBef>
              <a:buFont typeface="Arial" panose="020B0604020202020204" pitchFamily="34" charset="0"/>
              <a:buChar char="•"/>
            </a:pPr>
            <a:r>
              <a:rPr lang="en-US" sz="2800" dirty="0">
                <a:solidFill>
                  <a:schemeClr val="bg1"/>
                </a:solidFill>
              </a:rPr>
              <a:t>✅ Reduce pollution</a:t>
            </a:r>
            <a:endParaRPr lang="en-US" sz="2800">
              <a:solidFill>
                <a:schemeClr val="bg1"/>
              </a:solidFill>
            </a:endParaRPr>
          </a:p>
        </p:txBody>
      </p:sp>
      <p:sp>
        <p:nvSpPr>
          <p:cNvPr id="4" name="Footer Placeholder 3">
            <a:extLst>
              <a:ext uri="{FF2B5EF4-FFF2-40B4-BE49-F238E27FC236}">
                <a16:creationId xmlns:a16="http://schemas.microsoft.com/office/drawing/2014/main" id="{84995430-4916-4AF6-5232-AF7CC9CE63E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dirty="0">
                <a:solidFill>
                  <a:srgbClr val="FFC000"/>
                </a:solidFill>
                <a:latin typeface="+mn-lt"/>
                <a:ea typeface="+mn-ea"/>
                <a:cs typeface="+mn-cs"/>
              </a:rPr>
              <a:t>Discovering Plants</a:t>
            </a:r>
          </a:p>
        </p:txBody>
      </p:sp>
      <p:sp>
        <p:nvSpPr>
          <p:cNvPr id="5" name="Slide Number Placeholder 4">
            <a:extLst>
              <a:ext uri="{FF2B5EF4-FFF2-40B4-BE49-F238E27FC236}">
                <a16:creationId xmlns:a16="http://schemas.microsoft.com/office/drawing/2014/main" id="{0248F41F-5775-0139-7C9F-39E72DF6338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A2A5B72-C4FF-EE4B-BBA1-0B0C334ACFB9}" type="slidenum">
              <a:rPr lang="en-US" smtClean="0">
                <a:solidFill>
                  <a:schemeClr val="bg1"/>
                </a:solidFill>
              </a:rPr>
              <a:pPr>
                <a:spcAft>
                  <a:spcPts val="600"/>
                </a:spcAft>
              </a:pPr>
              <a:t>12</a:t>
            </a:fld>
            <a:endParaRPr lang="en-US">
              <a:solidFill>
                <a:schemeClr val="bg1"/>
              </a:solidFill>
            </a:endParaRPr>
          </a:p>
        </p:txBody>
      </p:sp>
      <p:graphicFrame>
        <p:nvGraphicFramePr>
          <p:cNvPr id="9" name="Content Placeholder 2">
            <a:extLst>
              <a:ext uri="{FF2B5EF4-FFF2-40B4-BE49-F238E27FC236}">
                <a16:creationId xmlns:a16="http://schemas.microsoft.com/office/drawing/2014/main" id="{666F6D69-93F3-B769-64F6-B390F644FCFA}"/>
              </a:ext>
            </a:extLst>
          </p:cNvPr>
          <p:cNvGraphicFramePr>
            <a:graphicFrameLocks noGrp="1"/>
          </p:cNvGraphicFramePr>
          <p:nvPr>
            <p:ph sz="half" idx="2"/>
            <p:extLst>
              <p:ext uri="{D42A27DB-BD31-4B8C-83A1-F6EECF244321}">
                <p14:modId xmlns:p14="http://schemas.microsoft.com/office/powerpoint/2010/main" val="2030265549"/>
              </p:ext>
            </p:extLst>
          </p:nvPr>
        </p:nvGraphicFramePr>
        <p:xfrm>
          <a:off x="6172200" y="1825625"/>
          <a:ext cx="5008418" cy="3799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1032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5B3E6-8023-BCFE-34F7-0BAED979BF32}"/>
              </a:ext>
            </a:extLst>
          </p:cNvPr>
          <p:cNvSpPr>
            <a:spLocks noGrp="1"/>
          </p:cNvSpPr>
          <p:nvPr>
            <p:ph type="title"/>
          </p:nvPr>
        </p:nvSpPr>
        <p:spPr/>
        <p:txBody>
          <a:bodyPr/>
          <a:lstStyle/>
          <a:p>
            <a:r>
              <a:rPr lang="en-US" b="1" dirty="0">
                <a:solidFill>
                  <a:schemeClr val="bg1"/>
                </a:solidFill>
              </a:rPr>
              <a:t>Quiz Yourself</a:t>
            </a:r>
            <a:br>
              <a:rPr lang="en-US" dirty="0">
                <a:solidFill>
                  <a:schemeClr val="bg1"/>
                </a:solidFill>
              </a:rPr>
            </a:br>
            <a:endParaRPr lang="en-US" dirty="0">
              <a:solidFill>
                <a:schemeClr val="bg1"/>
              </a:solidFill>
            </a:endParaRPr>
          </a:p>
        </p:txBody>
      </p:sp>
      <p:sp>
        <p:nvSpPr>
          <p:cNvPr id="3" name="Content Placeholder 2">
            <a:extLst>
              <a:ext uri="{FF2B5EF4-FFF2-40B4-BE49-F238E27FC236}">
                <a16:creationId xmlns:a16="http://schemas.microsoft.com/office/drawing/2014/main" id="{B47BE18B-A085-D8E3-D75E-482095603822}"/>
              </a:ext>
            </a:extLst>
          </p:cNvPr>
          <p:cNvSpPr>
            <a:spLocks noGrp="1"/>
          </p:cNvSpPr>
          <p:nvPr>
            <p:ph idx="1"/>
          </p:nvPr>
        </p:nvSpPr>
        <p:spPr>
          <a:xfrm>
            <a:off x="419100" y="1374303"/>
            <a:ext cx="2119746" cy="2526147"/>
          </a:xfrm>
        </p:spPr>
        <p:txBody>
          <a:bodyPr>
            <a:normAutofit/>
          </a:bodyPr>
          <a:lstStyle/>
          <a:p>
            <a:pPr marL="0" indent="0">
              <a:buNone/>
            </a:pPr>
            <a:r>
              <a:rPr lang="en-US" sz="1800" b="1" dirty="0">
                <a:solidFill>
                  <a:schemeClr val="bg1"/>
                </a:solidFill>
              </a:rPr>
              <a:t>Question 1</a:t>
            </a:r>
          </a:p>
          <a:p>
            <a:pPr marL="0" indent="0">
              <a:buNone/>
            </a:pPr>
            <a:r>
              <a:rPr lang="en-US" sz="1800" dirty="0">
                <a:solidFill>
                  <a:schemeClr val="bg1"/>
                </a:solidFill>
              </a:rPr>
              <a:t>Plants make their own food through:</a:t>
            </a:r>
          </a:p>
          <a:p>
            <a:pPr marL="0" indent="0">
              <a:buNone/>
            </a:pPr>
            <a:r>
              <a:rPr lang="en-US" sz="1800" dirty="0">
                <a:solidFill>
                  <a:schemeClr val="bg1"/>
                </a:solidFill>
              </a:rPr>
              <a:t>A. Respiration</a:t>
            </a:r>
          </a:p>
          <a:p>
            <a:pPr marL="0" indent="0">
              <a:buNone/>
            </a:pPr>
            <a:r>
              <a:rPr lang="en-US" sz="1800" dirty="0">
                <a:solidFill>
                  <a:schemeClr val="bg1"/>
                </a:solidFill>
              </a:rPr>
              <a:t>B. Photosynthesis </a:t>
            </a:r>
          </a:p>
          <a:p>
            <a:pPr marL="0" indent="0">
              <a:buNone/>
            </a:pPr>
            <a:r>
              <a:rPr lang="en-US" sz="1800" dirty="0">
                <a:solidFill>
                  <a:schemeClr val="bg1"/>
                </a:solidFill>
              </a:rPr>
              <a:t>C. Digestion</a:t>
            </a:r>
          </a:p>
          <a:p>
            <a:pPr marL="0" indent="0">
              <a:buNone/>
            </a:pPr>
            <a:r>
              <a:rPr lang="en-US" sz="1800" dirty="0">
                <a:solidFill>
                  <a:schemeClr val="bg1"/>
                </a:solidFill>
              </a:rPr>
              <a:t>D. Fermentation</a:t>
            </a:r>
          </a:p>
        </p:txBody>
      </p:sp>
      <p:sp>
        <p:nvSpPr>
          <p:cNvPr id="4" name="Footer Placeholder 3">
            <a:extLst>
              <a:ext uri="{FF2B5EF4-FFF2-40B4-BE49-F238E27FC236}">
                <a16:creationId xmlns:a16="http://schemas.microsoft.com/office/drawing/2014/main" id="{F17B4615-9D7D-8463-C372-8999363CCAB4}"/>
              </a:ext>
            </a:extLst>
          </p:cNvPr>
          <p:cNvSpPr>
            <a:spLocks noGrp="1"/>
          </p:cNvSpPr>
          <p:nvPr>
            <p:ph type="ftr" sz="quarter" idx="11"/>
          </p:nvPr>
        </p:nvSpPr>
        <p:spPr/>
        <p:txBody>
          <a:bodyPr/>
          <a:lstStyle/>
          <a:p>
            <a:r>
              <a:rPr lang="en-US" dirty="0"/>
              <a:t>Discovering</a:t>
            </a:r>
            <a:r>
              <a:rPr lang="en-US" dirty="0">
                <a:solidFill>
                  <a:schemeClr val="bg1"/>
                </a:solidFill>
              </a:rPr>
              <a:t> </a:t>
            </a:r>
            <a:r>
              <a:rPr lang="en-US" dirty="0"/>
              <a:t>Plants</a:t>
            </a:r>
          </a:p>
        </p:txBody>
      </p:sp>
      <p:sp>
        <p:nvSpPr>
          <p:cNvPr id="5" name="Slide Number Placeholder 4">
            <a:extLst>
              <a:ext uri="{FF2B5EF4-FFF2-40B4-BE49-F238E27FC236}">
                <a16:creationId xmlns:a16="http://schemas.microsoft.com/office/drawing/2014/main" id="{E854F1BE-6F7E-4E3A-0959-40C963FA3052}"/>
              </a:ext>
            </a:extLst>
          </p:cNvPr>
          <p:cNvSpPr>
            <a:spLocks noGrp="1"/>
          </p:cNvSpPr>
          <p:nvPr>
            <p:ph type="sldNum" sz="quarter" idx="12"/>
          </p:nvPr>
        </p:nvSpPr>
        <p:spPr/>
        <p:txBody>
          <a:bodyPr/>
          <a:lstStyle/>
          <a:p>
            <a:fld id="{6A2A5B72-C4FF-EE4B-BBA1-0B0C334ACFB9}" type="slidenum">
              <a:rPr lang="en-US" smtClean="0">
                <a:solidFill>
                  <a:schemeClr val="bg1"/>
                </a:solidFill>
              </a:rPr>
              <a:t>13</a:t>
            </a:fld>
            <a:endParaRPr lang="en-US">
              <a:solidFill>
                <a:schemeClr val="bg1"/>
              </a:solidFill>
            </a:endParaRPr>
          </a:p>
        </p:txBody>
      </p:sp>
      <p:sp>
        <p:nvSpPr>
          <p:cNvPr id="7" name="TextBox 6">
            <a:extLst>
              <a:ext uri="{FF2B5EF4-FFF2-40B4-BE49-F238E27FC236}">
                <a16:creationId xmlns:a16="http://schemas.microsoft.com/office/drawing/2014/main" id="{92D94B37-BC6F-FB05-EAF5-1CBE4C6B0012}"/>
              </a:ext>
            </a:extLst>
          </p:cNvPr>
          <p:cNvSpPr txBox="1"/>
          <p:nvPr/>
        </p:nvSpPr>
        <p:spPr>
          <a:xfrm>
            <a:off x="2452257" y="3113331"/>
            <a:ext cx="2258291" cy="2031325"/>
          </a:xfrm>
          <a:prstGeom prst="rect">
            <a:avLst/>
          </a:prstGeom>
          <a:noFill/>
        </p:spPr>
        <p:txBody>
          <a:bodyPr wrap="square">
            <a:spAutoFit/>
          </a:bodyPr>
          <a:lstStyle/>
          <a:p>
            <a:r>
              <a:rPr lang="en-US" b="1" dirty="0">
                <a:solidFill>
                  <a:schemeClr val="bg1"/>
                </a:solidFill>
              </a:rPr>
              <a:t>Question 2</a:t>
            </a:r>
          </a:p>
          <a:p>
            <a:r>
              <a:rPr lang="en-US" dirty="0">
                <a:solidFill>
                  <a:schemeClr val="bg1"/>
                </a:solidFill>
              </a:rPr>
              <a:t>Which biome is famous for proteas?</a:t>
            </a:r>
          </a:p>
          <a:p>
            <a:r>
              <a:rPr lang="en-US" dirty="0">
                <a:solidFill>
                  <a:schemeClr val="bg1"/>
                </a:solidFill>
              </a:rPr>
              <a:t>A. Desert</a:t>
            </a:r>
          </a:p>
          <a:p>
            <a:r>
              <a:rPr lang="en-US" dirty="0">
                <a:solidFill>
                  <a:schemeClr val="bg1"/>
                </a:solidFill>
              </a:rPr>
              <a:t>B. Fynbos </a:t>
            </a:r>
          </a:p>
          <a:p>
            <a:r>
              <a:rPr lang="en-US" dirty="0">
                <a:solidFill>
                  <a:schemeClr val="bg1"/>
                </a:solidFill>
              </a:rPr>
              <a:t>C. Wetlands</a:t>
            </a:r>
          </a:p>
          <a:p>
            <a:r>
              <a:rPr lang="en-US" dirty="0">
                <a:solidFill>
                  <a:schemeClr val="bg1"/>
                </a:solidFill>
              </a:rPr>
              <a:t>D. Forest</a:t>
            </a:r>
          </a:p>
        </p:txBody>
      </p:sp>
      <p:sp>
        <p:nvSpPr>
          <p:cNvPr id="9" name="TextBox 8">
            <a:extLst>
              <a:ext uri="{FF2B5EF4-FFF2-40B4-BE49-F238E27FC236}">
                <a16:creationId xmlns:a16="http://schemas.microsoft.com/office/drawing/2014/main" id="{60B7E001-369F-3F91-7A76-86BCCCE7CCF0}"/>
              </a:ext>
            </a:extLst>
          </p:cNvPr>
          <p:cNvSpPr txBox="1"/>
          <p:nvPr/>
        </p:nvSpPr>
        <p:spPr>
          <a:xfrm>
            <a:off x="4533902" y="1275741"/>
            <a:ext cx="2258291" cy="2308324"/>
          </a:xfrm>
          <a:prstGeom prst="rect">
            <a:avLst/>
          </a:prstGeom>
          <a:noFill/>
        </p:spPr>
        <p:txBody>
          <a:bodyPr wrap="square">
            <a:spAutoFit/>
          </a:bodyPr>
          <a:lstStyle/>
          <a:p>
            <a:r>
              <a:rPr lang="en-US" b="1" dirty="0">
                <a:solidFill>
                  <a:schemeClr val="bg1"/>
                </a:solidFill>
              </a:rPr>
              <a:t>Question 3</a:t>
            </a:r>
          </a:p>
          <a:p>
            <a:r>
              <a:rPr lang="en-US" dirty="0">
                <a:solidFill>
                  <a:schemeClr val="bg1"/>
                </a:solidFill>
              </a:rPr>
              <a:t>Which plant is commonly used to treat burns?</a:t>
            </a:r>
          </a:p>
          <a:p>
            <a:r>
              <a:rPr lang="en-US" dirty="0">
                <a:solidFill>
                  <a:schemeClr val="bg1"/>
                </a:solidFill>
              </a:rPr>
              <a:t>A. Aloe ferox </a:t>
            </a:r>
          </a:p>
          <a:p>
            <a:r>
              <a:rPr lang="en-US" dirty="0">
                <a:solidFill>
                  <a:schemeClr val="bg1"/>
                </a:solidFill>
              </a:rPr>
              <a:t>B. Pine</a:t>
            </a:r>
          </a:p>
          <a:p>
            <a:r>
              <a:rPr lang="en-US" dirty="0">
                <a:solidFill>
                  <a:schemeClr val="bg1"/>
                </a:solidFill>
              </a:rPr>
              <a:t>C. Oak</a:t>
            </a:r>
          </a:p>
          <a:p>
            <a:r>
              <a:rPr lang="en-US" dirty="0">
                <a:solidFill>
                  <a:schemeClr val="bg1"/>
                </a:solidFill>
              </a:rPr>
              <a:t>D. Maize</a:t>
            </a:r>
          </a:p>
        </p:txBody>
      </p:sp>
      <p:sp>
        <p:nvSpPr>
          <p:cNvPr id="11" name="TextBox 10">
            <a:extLst>
              <a:ext uri="{FF2B5EF4-FFF2-40B4-BE49-F238E27FC236}">
                <a16:creationId xmlns:a16="http://schemas.microsoft.com/office/drawing/2014/main" id="{34C79036-1CDF-7248-626F-D5EE5AEF0C58}"/>
              </a:ext>
            </a:extLst>
          </p:cNvPr>
          <p:cNvSpPr txBox="1"/>
          <p:nvPr/>
        </p:nvSpPr>
        <p:spPr>
          <a:xfrm>
            <a:off x="8191499" y="1682170"/>
            <a:ext cx="3581401" cy="2862322"/>
          </a:xfrm>
          <a:prstGeom prst="rect">
            <a:avLst/>
          </a:prstGeom>
          <a:noFill/>
        </p:spPr>
        <p:txBody>
          <a:bodyPr wrap="square">
            <a:spAutoFit/>
          </a:bodyPr>
          <a:lstStyle/>
          <a:p>
            <a:r>
              <a:rPr lang="en-US" b="1" dirty="0">
                <a:solidFill>
                  <a:schemeClr val="bg1"/>
                </a:solidFill>
              </a:rPr>
              <a:t>Question 5</a:t>
            </a:r>
          </a:p>
          <a:p>
            <a:r>
              <a:rPr lang="en-US" dirty="0">
                <a:solidFill>
                  <a:schemeClr val="bg1"/>
                </a:solidFill>
              </a:rPr>
              <a:t>Which statement about Indigenous Knowledge is TRUE?</a:t>
            </a:r>
          </a:p>
          <a:p>
            <a:r>
              <a:rPr lang="en-US" dirty="0">
                <a:solidFill>
                  <a:schemeClr val="bg1"/>
                </a:solidFill>
              </a:rPr>
              <a:t>A. It is only written in books.</a:t>
            </a:r>
          </a:p>
          <a:p>
            <a:r>
              <a:rPr lang="en-US" dirty="0">
                <a:solidFill>
                  <a:schemeClr val="bg1"/>
                </a:solidFill>
              </a:rPr>
              <a:t>B. It is developed through generations of observation and experience. </a:t>
            </a:r>
          </a:p>
          <a:p>
            <a:r>
              <a:rPr lang="en-US" dirty="0">
                <a:solidFill>
                  <a:schemeClr val="bg1"/>
                </a:solidFill>
              </a:rPr>
              <a:t>C. It replaces scientific knowledge.</a:t>
            </a:r>
          </a:p>
          <a:p>
            <a:r>
              <a:rPr lang="en-US" dirty="0">
                <a:solidFill>
                  <a:schemeClr val="bg1"/>
                </a:solidFill>
              </a:rPr>
              <a:t>D. It is not used in South Africa.</a:t>
            </a:r>
          </a:p>
        </p:txBody>
      </p:sp>
      <p:sp>
        <p:nvSpPr>
          <p:cNvPr id="13" name="TextBox 12">
            <a:extLst>
              <a:ext uri="{FF2B5EF4-FFF2-40B4-BE49-F238E27FC236}">
                <a16:creationId xmlns:a16="http://schemas.microsoft.com/office/drawing/2014/main" id="{5C62E814-4851-CD96-FF54-5635414F3058}"/>
              </a:ext>
            </a:extLst>
          </p:cNvPr>
          <p:cNvSpPr txBox="1"/>
          <p:nvPr/>
        </p:nvSpPr>
        <p:spPr>
          <a:xfrm>
            <a:off x="5870865" y="3113331"/>
            <a:ext cx="2535382" cy="2308324"/>
          </a:xfrm>
          <a:prstGeom prst="rect">
            <a:avLst/>
          </a:prstGeom>
          <a:noFill/>
        </p:spPr>
        <p:txBody>
          <a:bodyPr wrap="square">
            <a:spAutoFit/>
          </a:bodyPr>
          <a:lstStyle/>
          <a:p>
            <a:r>
              <a:rPr lang="en-US" b="1" dirty="0">
                <a:solidFill>
                  <a:schemeClr val="bg1"/>
                </a:solidFill>
              </a:rPr>
              <a:t>Question 4</a:t>
            </a:r>
          </a:p>
          <a:p>
            <a:r>
              <a:rPr lang="en-US" dirty="0">
                <a:solidFill>
                  <a:schemeClr val="bg1"/>
                </a:solidFill>
              </a:rPr>
              <a:t>Which plant part carries out photosynthesis?</a:t>
            </a:r>
          </a:p>
          <a:p>
            <a:r>
              <a:rPr lang="en-US" dirty="0">
                <a:solidFill>
                  <a:schemeClr val="bg1"/>
                </a:solidFill>
              </a:rPr>
              <a:t>A. Root</a:t>
            </a:r>
          </a:p>
          <a:p>
            <a:r>
              <a:rPr lang="en-US" dirty="0">
                <a:solidFill>
                  <a:schemeClr val="bg1"/>
                </a:solidFill>
              </a:rPr>
              <a:t>B. Stem</a:t>
            </a:r>
          </a:p>
          <a:p>
            <a:r>
              <a:rPr lang="en-US" dirty="0">
                <a:solidFill>
                  <a:schemeClr val="bg1"/>
                </a:solidFill>
              </a:rPr>
              <a:t>C. Leaf </a:t>
            </a:r>
          </a:p>
          <a:p>
            <a:r>
              <a:rPr lang="en-US" dirty="0">
                <a:solidFill>
                  <a:schemeClr val="bg1"/>
                </a:solidFill>
              </a:rPr>
              <a:t>D. Flower</a:t>
            </a:r>
          </a:p>
        </p:txBody>
      </p:sp>
    </p:spTree>
    <p:extLst>
      <p:ext uri="{BB962C8B-B14F-4D97-AF65-F5344CB8AC3E}">
        <p14:creationId xmlns:p14="http://schemas.microsoft.com/office/powerpoint/2010/main" val="1041375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E4B5A-32FE-8EDA-7512-A9D625524FF1}"/>
              </a:ext>
            </a:extLst>
          </p:cNvPr>
          <p:cNvSpPr>
            <a:spLocks noGrp="1"/>
          </p:cNvSpPr>
          <p:nvPr>
            <p:ph type="title"/>
          </p:nvPr>
        </p:nvSpPr>
        <p:spPr>
          <a:xfrm>
            <a:off x="838200" y="365125"/>
            <a:ext cx="10515600" cy="1325563"/>
          </a:xfrm>
        </p:spPr>
        <p:txBody>
          <a:bodyPr anchor="ctr">
            <a:normAutofit/>
          </a:bodyPr>
          <a:lstStyle/>
          <a:p>
            <a:r>
              <a:rPr lang="en-US" b="1" dirty="0">
                <a:solidFill>
                  <a:schemeClr val="bg1"/>
                </a:solidFill>
              </a:rPr>
              <a:t>Plants</a:t>
            </a:r>
            <a:r>
              <a:rPr lang="en-US" b="1" dirty="0"/>
              <a:t> </a:t>
            </a:r>
            <a:r>
              <a:rPr lang="en-US" b="1" dirty="0">
                <a:solidFill>
                  <a:schemeClr val="bg1"/>
                </a:solidFill>
              </a:rPr>
              <a:t>Fun</a:t>
            </a:r>
            <a:r>
              <a:rPr lang="en-US" b="1" dirty="0"/>
              <a:t> </a:t>
            </a:r>
            <a:r>
              <a:rPr lang="en-US" b="1" dirty="0">
                <a:solidFill>
                  <a:schemeClr val="bg1"/>
                </a:solidFill>
              </a:rPr>
              <a:t>Facts</a:t>
            </a:r>
            <a:r>
              <a:rPr lang="en-US" dirty="0"/>
              <a:t> </a:t>
            </a:r>
            <a:br>
              <a:rPr lang="en-US" dirty="0"/>
            </a:br>
            <a:endParaRPr lang="en-US" dirty="0"/>
          </a:p>
        </p:txBody>
      </p:sp>
      <p:sp>
        <p:nvSpPr>
          <p:cNvPr id="4" name="Footer Placeholder 3">
            <a:extLst>
              <a:ext uri="{FF2B5EF4-FFF2-40B4-BE49-F238E27FC236}">
                <a16:creationId xmlns:a16="http://schemas.microsoft.com/office/drawing/2014/main" id="{747606A7-2001-CA73-2AEA-FC1BA6B0AB60}"/>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Discovering Plants</a:t>
            </a:r>
            <a:endParaRPr lang="en-US"/>
          </a:p>
        </p:txBody>
      </p:sp>
      <p:sp>
        <p:nvSpPr>
          <p:cNvPr id="5" name="Slide Number Placeholder 4">
            <a:extLst>
              <a:ext uri="{FF2B5EF4-FFF2-40B4-BE49-F238E27FC236}">
                <a16:creationId xmlns:a16="http://schemas.microsoft.com/office/drawing/2014/main" id="{05001789-4057-2A6D-C250-F67BDA9D981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pPr>
                <a:spcAft>
                  <a:spcPts val="600"/>
                </a:spcAft>
              </a:pPr>
              <a:t>14</a:t>
            </a:fld>
            <a:endParaRPr lang="en-US"/>
          </a:p>
        </p:txBody>
      </p:sp>
      <p:graphicFrame>
        <p:nvGraphicFramePr>
          <p:cNvPr id="7" name="Content Placeholder 2">
            <a:extLst>
              <a:ext uri="{FF2B5EF4-FFF2-40B4-BE49-F238E27FC236}">
                <a16:creationId xmlns:a16="http://schemas.microsoft.com/office/drawing/2014/main" id="{D6F82503-8F7B-A59C-C47A-AE809F41E1C4}"/>
              </a:ext>
            </a:extLst>
          </p:cNvPr>
          <p:cNvGraphicFramePr>
            <a:graphicFrameLocks noGrp="1"/>
          </p:cNvGraphicFramePr>
          <p:nvPr>
            <p:ph idx="1"/>
            <p:extLst>
              <p:ext uri="{D42A27DB-BD31-4B8C-83A1-F6EECF244321}">
                <p14:modId xmlns:p14="http://schemas.microsoft.com/office/powerpoint/2010/main" val="2478415086"/>
              </p:ext>
            </p:extLst>
          </p:nvPr>
        </p:nvGraphicFramePr>
        <p:xfrm>
          <a:off x="727364" y="1538977"/>
          <a:ext cx="10515600" cy="37800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8388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B6AF-F124-04B2-D246-D9D6554A69C4}"/>
              </a:ext>
            </a:extLst>
          </p:cNvPr>
          <p:cNvSpPr>
            <a:spLocks noGrp="1"/>
          </p:cNvSpPr>
          <p:nvPr>
            <p:ph type="title"/>
          </p:nvPr>
        </p:nvSpPr>
        <p:spPr>
          <a:xfrm>
            <a:off x="838200" y="365125"/>
            <a:ext cx="10515600" cy="1325563"/>
          </a:xfrm>
        </p:spPr>
        <p:txBody>
          <a:bodyPr anchor="ctr">
            <a:normAutofit/>
          </a:bodyPr>
          <a:lstStyle/>
          <a:p>
            <a:r>
              <a:rPr lang="en-US" b="1" dirty="0">
                <a:solidFill>
                  <a:schemeClr val="bg1"/>
                </a:solidFill>
              </a:rPr>
              <a:t>Congratulations</a:t>
            </a:r>
            <a:r>
              <a:rPr lang="en-US" b="1" dirty="0"/>
              <a:t>!</a:t>
            </a:r>
            <a:br>
              <a:rPr lang="en-US" b="1" dirty="0"/>
            </a:br>
            <a:endParaRPr lang="en-US" dirty="0"/>
          </a:p>
        </p:txBody>
      </p:sp>
      <p:sp>
        <p:nvSpPr>
          <p:cNvPr id="6" name="Footer Placeholder 5">
            <a:extLst>
              <a:ext uri="{FF2B5EF4-FFF2-40B4-BE49-F238E27FC236}">
                <a16:creationId xmlns:a16="http://schemas.microsoft.com/office/drawing/2014/main" id="{6D8A47EF-1E27-E4FD-C6EE-71CB66A30ABF}"/>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Discovering Plants</a:t>
            </a:r>
          </a:p>
        </p:txBody>
      </p:sp>
      <p:sp>
        <p:nvSpPr>
          <p:cNvPr id="7" name="Slide Number Placeholder 6">
            <a:extLst>
              <a:ext uri="{FF2B5EF4-FFF2-40B4-BE49-F238E27FC236}">
                <a16:creationId xmlns:a16="http://schemas.microsoft.com/office/drawing/2014/main" id="{A841E5F9-6DCD-0312-36F1-D91299E8D11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A2A5B72-C4FF-EE4B-BBA1-0B0C334ACFB9}" type="slidenum">
              <a:rPr lang="en-US" smtClean="0"/>
              <a:pPr>
                <a:spcAft>
                  <a:spcPts val="600"/>
                </a:spcAft>
              </a:pPr>
              <a:t>15</a:t>
            </a:fld>
            <a:endParaRPr lang="en-US"/>
          </a:p>
        </p:txBody>
      </p:sp>
      <p:graphicFrame>
        <p:nvGraphicFramePr>
          <p:cNvPr id="9" name="Content Placeholder 2">
            <a:extLst>
              <a:ext uri="{FF2B5EF4-FFF2-40B4-BE49-F238E27FC236}">
                <a16:creationId xmlns:a16="http://schemas.microsoft.com/office/drawing/2014/main" id="{F4998212-CEDD-C664-E41C-1915C837EC55}"/>
              </a:ext>
            </a:extLst>
          </p:cNvPr>
          <p:cNvGraphicFramePr>
            <a:graphicFrameLocks noGrp="1"/>
          </p:cNvGraphicFramePr>
          <p:nvPr>
            <p:ph idx="1"/>
            <p:extLst>
              <p:ext uri="{D42A27DB-BD31-4B8C-83A1-F6EECF244321}">
                <p14:modId xmlns:p14="http://schemas.microsoft.com/office/powerpoint/2010/main" val="3889906247"/>
              </p:ext>
            </p:extLst>
          </p:nvPr>
        </p:nvGraphicFramePr>
        <p:xfrm>
          <a:off x="838200" y="2576305"/>
          <a:ext cx="10515600" cy="37800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14A94A65-AFAF-8EF8-3FD8-00D86363B16E}"/>
              </a:ext>
            </a:extLst>
          </p:cNvPr>
          <p:cNvSpPr txBox="1"/>
          <p:nvPr/>
        </p:nvSpPr>
        <p:spPr>
          <a:xfrm>
            <a:off x="1215737" y="1396197"/>
            <a:ext cx="9317181" cy="954107"/>
          </a:xfrm>
          <a:prstGeom prst="rect">
            <a:avLst/>
          </a:prstGeom>
          <a:noFill/>
        </p:spPr>
        <p:txBody>
          <a:bodyPr wrap="square">
            <a:spAutoFit/>
          </a:bodyPr>
          <a:lstStyle/>
          <a:p>
            <a:pPr marL="0" indent="0" algn="ctr">
              <a:buNone/>
            </a:pPr>
            <a:r>
              <a:rPr lang="en-US" sz="2800" b="1" dirty="0">
                <a:solidFill>
                  <a:schemeClr val="bg1"/>
                </a:solidFill>
              </a:rPr>
              <a:t>🌿 </a:t>
            </a:r>
            <a:r>
              <a:rPr lang="en-US" sz="2800" dirty="0">
                <a:solidFill>
                  <a:schemeClr val="bg1"/>
                </a:solidFill>
              </a:rPr>
              <a:t>You have completed the </a:t>
            </a:r>
            <a:r>
              <a:rPr lang="en-US" sz="2800" b="1" dirty="0">
                <a:solidFill>
                  <a:schemeClr val="bg1"/>
                </a:solidFill>
              </a:rPr>
              <a:t>Plant Discovery Journey. What you learned:</a:t>
            </a:r>
          </a:p>
        </p:txBody>
      </p:sp>
    </p:spTree>
    <p:extLst>
      <p:ext uri="{BB962C8B-B14F-4D97-AF65-F5344CB8AC3E}">
        <p14:creationId xmlns:p14="http://schemas.microsoft.com/office/powerpoint/2010/main" val="2583560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1850B8-B528-FD49-DD8C-9DE60D8F3BE6}"/>
              </a:ext>
            </a:extLst>
          </p:cNvPr>
          <p:cNvSpPr>
            <a:spLocks noGrp="1"/>
          </p:cNvSpPr>
          <p:nvPr>
            <p:ph idx="1"/>
          </p:nvPr>
        </p:nvSpPr>
        <p:spPr>
          <a:xfrm>
            <a:off x="599207" y="1690688"/>
            <a:ext cx="4828310" cy="3365532"/>
          </a:xfrm>
        </p:spPr>
        <p:txBody>
          <a:bodyPr>
            <a:normAutofit fontScale="55000" lnSpcReduction="20000"/>
          </a:bodyPr>
          <a:lstStyle/>
          <a:p>
            <a:pPr marL="0" indent="0">
              <a:buNone/>
            </a:pPr>
            <a:r>
              <a:rPr lang="en-US" b="1" dirty="0">
                <a:solidFill>
                  <a:srgbClr val="FFC000"/>
                </a:solidFill>
              </a:rPr>
              <a:t>South African Plant Resources</a:t>
            </a:r>
          </a:p>
          <a:p>
            <a:pPr lvl="0"/>
            <a:r>
              <a:rPr lang="en-US" dirty="0">
                <a:solidFill>
                  <a:schemeClr val="bg1"/>
                </a:solidFill>
                <a:hlinkClick r:id="rId2">
                  <a:extLst>
                    <a:ext uri="{A12FA001-AC4F-418D-AE19-62706E023703}">
                      <ahyp:hlinkClr xmlns:ahyp="http://schemas.microsoft.com/office/drawing/2018/hyperlinkcolor" val="tx"/>
                    </a:ext>
                  </a:extLst>
                </a:hlinkClick>
              </a:rPr>
              <a:t>PlantZAfrica (SANBI) </a:t>
            </a:r>
            <a:r>
              <a:rPr lang="en-US" dirty="0">
                <a:solidFill>
                  <a:schemeClr val="bg1"/>
                </a:solidFill>
              </a:rPr>
              <a:t> </a:t>
            </a:r>
          </a:p>
          <a:p>
            <a:pPr lvl="0"/>
            <a:r>
              <a:rPr lang="en-US" dirty="0">
                <a:solidFill>
                  <a:schemeClr val="bg1"/>
                </a:solidFill>
                <a:hlinkClick r:id="rId3">
                  <a:extLst>
                    <a:ext uri="{A12FA001-AC4F-418D-AE19-62706E023703}">
                      <ahyp:hlinkClr xmlns:ahyp="http://schemas.microsoft.com/office/drawing/2018/hyperlinkcolor" val="tx"/>
                    </a:ext>
                  </a:extLst>
                </a:hlinkClick>
              </a:rPr>
              <a:t>SANBI Biodiversity Information System</a:t>
            </a:r>
            <a:r>
              <a:rPr lang="en-US" dirty="0">
                <a:solidFill>
                  <a:schemeClr val="bg1"/>
                </a:solidFill>
              </a:rPr>
              <a:t> </a:t>
            </a:r>
          </a:p>
          <a:p>
            <a:pPr lvl="0"/>
            <a:r>
              <a:rPr lang="en-US" dirty="0">
                <a:solidFill>
                  <a:schemeClr val="bg1"/>
                </a:solidFill>
                <a:hlinkClick r:id="rId4">
                  <a:extLst>
                    <a:ext uri="{A12FA001-AC4F-418D-AE19-62706E023703}">
                      <ahyp:hlinkClr xmlns:ahyp="http://schemas.microsoft.com/office/drawing/2018/hyperlinkcolor" val="tx"/>
                    </a:ext>
                  </a:extLst>
                </a:hlinkClick>
              </a:rPr>
              <a:t>South African National Plant Checklist</a:t>
            </a:r>
            <a:r>
              <a:rPr lang="en-US" dirty="0">
                <a:solidFill>
                  <a:schemeClr val="bg1"/>
                </a:solidFill>
              </a:rPr>
              <a:t> </a:t>
            </a:r>
          </a:p>
          <a:p>
            <a:pPr marL="0" indent="0">
              <a:buNone/>
            </a:pPr>
            <a:endParaRPr lang="en-US" b="1" dirty="0">
              <a:solidFill>
                <a:schemeClr val="bg1"/>
              </a:solidFill>
            </a:endParaRPr>
          </a:p>
          <a:p>
            <a:pPr marL="0" indent="0">
              <a:buNone/>
            </a:pPr>
            <a:r>
              <a:rPr lang="en-US" b="1" dirty="0">
                <a:solidFill>
                  <a:srgbClr val="FFC000"/>
                </a:solidFill>
              </a:rPr>
              <a:t>Biology &amp; Multimedia Resources</a:t>
            </a:r>
          </a:p>
          <a:p>
            <a:pPr lvl="0"/>
            <a:r>
              <a:rPr lang="en-US" dirty="0">
                <a:solidFill>
                  <a:schemeClr val="bg1"/>
                </a:solidFill>
                <a:hlinkClick r:id="rId5">
                  <a:extLst>
                    <a:ext uri="{A12FA001-AC4F-418D-AE19-62706E023703}">
                      <ahyp:hlinkClr xmlns:ahyp="http://schemas.microsoft.com/office/drawing/2018/hyperlinkcolor" val="tx"/>
                    </a:ext>
                  </a:extLst>
                </a:hlinkClick>
              </a:rPr>
              <a:t>HHMI BioInteractive</a:t>
            </a:r>
            <a:r>
              <a:rPr lang="en-US" dirty="0">
                <a:solidFill>
                  <a:schemeClr val="bg1"/>
                </a:solidFill>
              </a:rPr>
              <a:t> </a:t>
            </a:r>
          </a:p>
          <a:p>
            <a:pPr lvl="0"/>
            <a:r>
              <a:rPr lang="en-US" dirty="0">
                <a:solidFill>
                  <a:schemeClr val="bg1"/>
                </a:solidFill>
              </a:rPr>
              <a:t> </a:t>
            </a:r>
            <a:r>
              <a:rPr lang="en-US" dirty="0">
                <a:solidFill>
                  <a:schemeClr val="bg1"/>
                </a:solidFill>
                <a:hlinkClick r:id="rId6">
                  <a:extLst>
                    <a:ext uri="{A12FA001-AC4F-418D-AE19-62706E023703}">
                      <ahyp:hlinkClr xmlns:ahyp="http://schemas.microsoft.com/office/drawing/2018/hyperlinkcolor" val="tx"/>
                    </a:ext>
                  </a:extLst>
                </a:hlinkClick>
              </a:rPr>
              <a:t>PhET Interactive Simulations </a:t>
            </a:r>
            <a:r>
              <a:rPr lang="en-US" dirty="0">
                <a:solidFill>
                  <a:schemeClr val="bg1"/>
                </a:solidFill>
              </a:rPr>
              <a:t> </a:t>
            </a:r>
          </a:p>
          <a:p>
            <a:pPr lvl="0"/>
            <a:r>
              <a:rPr lang="en-US" dirty="0">
                <a:solidFill>
                  <a:schemeClr val="bg1"/>
                </a:solidFill>
              </a:rPr>
              <a:t> </a:t>
            </a:r>
            <a:r>
              <a:rPr lang="en-US" dirty="0">
                <a:solidFill>
                  <a:schemeClr val="bg1"/>
                </a:solidFill>
                <a:hlinkClick r:id="rId7">
                  <a:extLst>
                    <a:ext uri="{A12FA001-AC4F-418D-AE19-62706E023703}">
                      <ahyp:hlinkClr xmlns:ahyp="http://schemas.microsoft.com/office/drawing/2018/hyperlinkcolor" val="tx"/>
                    </a:ext>
                  </a:extLst>
                </a:hlinkClick>
              </a:rPr>
              <a:t>Khan Academy Biology </a:t>
            </a:r>
            <a:r>
              <a:rPr lang="en-US" dirty="0">
                <a:solidFill>
                  <a:schemeClr val="bg1"/>
                </a:solidFill>
              </a:rPr>
              <a:t> </a:t>
            </a:r>
          </a:p>
          <a:p>
            <a:pPr lvl="0"/>
            <a:r>
              <a:rPr lang="en-US" dirty="0">
                <a:solidFill>
                  <a:schemeClr val="bg1"/>
                </a:solidFill>
              </a:rPr>
              <a:t> </a:t>
            </a:r>
            <a:r>
              <a:rPr lang="en-US" dirty="0">
                <a:solidFill>
                  <a:schemeClr val="bg1"/>
                </a:solidFill>
                <a:hlinkClick r:id="rId8">
                  <a:extLst>
                    <a:ext uri="{A12FA001-AC4F-418D-AE19-62706E023703}">
                      <ahyp:hlinkClr xmlns:ahyp="http://schemas.microsoft.com/office/drawing/2018/hyperlinkcolor" val="tx"/>
                    </a:ext>
                  </a:extLst>
                </a:hlinkClick>
              </a:rPr>
              <a:t>Amoeba Sisters </a:t>
            </a:r>
            <a:r>
              <a:rPr lang="en-US" dirty="0">
                <a:solidFill>
                  <a:schemeClr val="bg1"/>
                </a:solidFill>
              </a:rPr>
              <a:t> </a:t>
            </a:r>
          </a:p>
          <a:p>
            <a:pPr lvl="0"/>
            <a:r>
              <a:rPr lang="en-US" dirty="0">
                <a:solidFill>
                  <a:schemeClr val="bg1"/>
                </a:solidFill>
                <a:hlinkClick r:id="rId9">
                  <a:extLst>
                    <a:ext uri="{A12FA001-AC4F-418D-AE19-62706E023703}">
                      <ahyp:hlinkClr xmlns:ahyp="http://schemas.microsoft.com/office/drawing/2018/hyperlinkcolor" val="tx"/>
                    </a:ext>
                  </a:extLst>
                </a:hlinkClick>
              </a:rPr>
              <a:t>Bozeman Science </a:t>
            </a:r>
            <a:r>
              <a:rPr lang="en-US" dirty="0">
                <a:solidFill>
                  <a:schemeClr val="bg1"/>
                </a:solidFill>
              </a:rPr>
              <a:t> </a:t>
            </a:r>
          </a:p>
          <a:p>
            <a:pPr marL="0" lvl="0" indent="0">
              <a:buNone/>
            </a:pPr>
            <a:endParaRPr lang="en-US" dirty="0">
              <a:solidFill>
                <a:schemeClr val="bg1"/>
              </a:solidFill>
            </a:endParaRPr>
          </a:p>
        </p:txBody>
      </p:sp>
      <p:sp>
        <p:nvSpPr>
          <p:cNvPr id="8" name="Footer Placeholder 7">
            <a:extLst>
              <a:ext uri="{FF2B5EF4-FFF2-40B4-BE49-F238E27FC236}">
                <a16:creationId xmlns:a16="http://schemas.microsoft.com/office/drawing/2014/main" id="{46562D43-A29B-823B-9B40-749D53A9446B}"/>
              </a:ext>
            </a:extLst>
          </p:cNvPr>
          <p:cNvSpPr>
            <a:spLocks noGrp="1"/>
          </p:cNvSpPr>
          <p:nvPr>
            <p:ph type="ftr" sz="quarter" idx="11"/>
          </p:nvPr>
        </p:nvSpPr>
        <p:spPr/>
        <p:txBody>
          <a:bodyPr/>
          <a:lstStyle/>
          <a:p>
            <a:r>
              <a:rPr lang="en-US"/>
              <a:t>Discovering Plants</a:t>
            </a:r>
            <a:endParaRPr lang="en-US" dirty="0"/>
          </a:p>
        </p:txBody>
      </p:sp>
      <p:sp>
        <p:nvSpPr>
          <p:cNvPr id="9" name="Slide Number Placeholder 8">
            <a:extLst>
              <a:ext uri="{FF2B5EF4-FFF2-40B4-BE49-F238E27FC236}">
                <a16:creationId xmlns:a16="http://schemas.microsoft.com/office/drawing/2014/main" id="{3E50BB51-1D16-A208-18B3-AF3B9A2ACFE4}"/>
              </a:ext>
            </a:extLst>
          </p:cNvPr>
          <p:cNvSpPr>
            <a:spLocks noGrp="1"/>
          </p:cNvSpPr>
          <p:nvPr>
            <p:ph type="sldNum" sz="quarter" idx="12"/>
          </p:nvPr>
        </p:nvSpPr>
        <p:spPr/>
        <p:txBody>
          <a:bodyPr/>
          <a:lstStyle/>
          <a:p>
            <a:fld id="{6A2A5B72-C4FF-EE4B-BBA1-0B0C334ACFB9}" type="slidenum">
              <a:rPr lang="en-US" smtClean="0"/>
              <a:t>16</a:t>
            </a:fld>
            <a:endParaRPr lang="en-US"/>
          </a:p>
        </p:txBody>
      </p:sp>
      <p:sp>
        <p:nvSpPr>
          <p:cNvPr id="10" name="Title 9">
            <a:extLst>
              <a:ext uri="{FF2B5EF4-FFF2-40B4-BE49-F238E27FC236}">
                <a16:creationId xmlns:a16="http://schemas.microsoft.com/office/drawing/2014/main" id="{022C1D4A-6BC5-7BFB-2CE8-7E5DAE15D698}"/>
              </a:ext>
            </a:extLst>
          </p:cNvPr>
          <p:cNvSpPr txBox="1">
            <a:spLocks noGrp="1"/>
          </p:cNvSpPr>
          <p:nvPr>
            <p:ph type="title"/>
          </p:nvPr>
        </p:nvSpPr>
        <p:spPr>
          <a:xfrm>
            <a:off x="838200" y="786590"/>
            <a:ext cx="10515600" cy="482633"/>
          </a:xfrm>
          <a:prstGeom prst="rect">
            <a:avLst/>
          </a:prstGeom>
          <a:noFill/>
        </p:spPr>
        <p:txBody>
          <a:bodyPr wrap="square">
            <a:spAutoFit/>
          </a:bodyPr>
          <a:lstStyle/>
          <a:p>
            <a:pPr lvl="0"/>
            <a:r>
              <a:rPr lang="en-US" sz="2800" b="1" dirty="0">
                <a:solidFill>
                  <a:schemeClr val="bg1"/>
                </a:solidFill>
              </a:rPr>
              <a:t>Resources</a:t>
            </a:r>
            <a:r>
              <a:rPr lang="en-US" sz="2800" b="1" dirty="0"/>
              <a:t> </a:t>
            </a:r>
            <a:endParaRPr lang="en-US" sz="2800" dirty="0"/>
          </a:p>
        </p:txBody>
      </p:sp>
      <p:sp>
        <p:nvSpPr>
          <p:cNvPr id="12" name="TextBox 11">
            <a:extLst>
              <a:ext uri="{FF2B5EF4-FFF2-40B4-BE49-F238E27FC236}">
                <a16:creationId xmlns:a16="http://schemas.microsoft.com/office/drawing/2014/main" id="{1EE1F4C6-97BB-0A0B-062B-B4F9C6141A31}"/>
              </a:ext>
            </a:extLst>
          </p:cNvPr>
          <p:cNvSpPr txBox="1"/>
          <p:nvPr/>
        </p:nvSpPr>
        <p:spPr>
          <a:xfrm>
            <a:off x="4170217" y="1690688"/>
            <a:ext cx="4225637" cy="1754326"/>
          </a:xfrm>
          <a:prstGeom prst="rect">
            <a:avLst/>
          </a:prstGeom>
          <a:noFill/>
        </p:spPr>
        <p:txBody>
          <a:bodyPr wrap="square">
            <a:spAutoFit/>
          </a:bodyPr>
          <a:lstStyle/>
          <a:p>
            <a:r>
              <a:rPr lang="en-US" b="1" dirty="0">
                <a:solidFill>
                  <a:srgbClr val="FFC000"/>
                </a:solidFill>
              </a:rPr>
              <a:t>Images &amp; Media</a:t>
            </a:r>
          </a:p>
          <a:p>
            <a:pPr marL="342900" lvl="0" indent="-342900">
              <a:buFont typeface="Arial" panose="020B0604020202020204" pitchFamily="34" charset="0"/>
              <a:buChar char="•"/>
            </a:pPr>
            <a:r>
              <a:rPr lang="en-US" dirty="0" err="1">
                <a:solidFill>
                  <a:schemeClr val="bg1"/>
                </a:solidFill>
              </a:rPr>
              <a:t>Unsplash</a:t>
            </a:r>
            <a:r>
              <a:rPr lang="en-US" dirty="0">
                <a:solidFill>
                  <a:schemeClr val="bg1"/>
                </a:solidFill>
              </a:rPr>
              <a:t> – </a:t>
            </a:r>
            <a:r>
              <a:rPr lang="en-US" dirty="0">
                <a:solidFill>
                  <a:schemeClr val="bg1"/>
                </a:solidFill>
                <a:hlinkClick r:id="rId10">
                  <a:extLst>
                    <a:ext uri="{A12FA001-AC4F-418D-AE19-62706E023703}">
                      <ahyp:hlinkClr xmlns:ahyp="http://schemas.microsoft.com/office/drawing/2018/hyperlinkcolor" val="tx"/>
                    </a:ext>
                  </a:extLst>
                </a:hlinkClick>
              </a:rPr>
              <a:t>https://unsplash.com</a:t>
            </a:r>
            <a:r>
              <a:rPr lang="en-US" dirty="0">
                <a:solidFill>
                  <a:schemeClr val="bg1"/>
                </a:solidFill>
              </a:rPr>
              <a:t> </a:t>
            </a:r>
          </a:p>
          <a:p>
            <a:pPr marL="342900" lvl="0" indent="-342900">
              <a:buFont typeface="Arial" panose="020B0604020202020204" pitchFamily="34" charset="0"/>
              <a:buChar char="•"/>
            </a:pPr>
            <a:r>
              <a:rPr lang="en-US" dirty="0" err="1">
                <a:solidFill>
                  <a:schemeClr val="bg1"/>
                </a:solidFill>
              </a:rPr>
              <a:t>Pixabay</a:t>
            </a:r>
            <a:r>
              <a:rPr lang="en-US" dirty="0">
                <a:solidFill>
                  <a:schemeClr val="bg1"/>
                </a:solidFill>
              </a:rPr>
              <a:t> – </a:t>
            </a:r>
            <a:r>
              <a:rPr lang="en-US" dirty="0">
                <a:solidFill>
                  <a:schemeClr val="bg1"/>
                </a:solidFill>
                <a:hlinkClick r:id="rId11">
                  <a:extLst>
                    <a:ext uri="{A12FA001-AC4F-418D-AE19-62706E023703}">
                      <ahyp:hlinkClr xmlns:ahyp="http://schemas.microsoft.com/office/drawing/2018/hyperlinkcolor" val="tx"/>
                    </a:ext>
                  </a:extLst>
                </a:hlinkClick>
              </a:rPr>
              <a:t>https://pixabay.com</a:t>
            </a:r>
            <a:r>
              <a:rPr lang="en-US" dirty="0">
                <a:solidFill>
                  <a:schemeClr val="bg1"/>
                </a:solidFill>
              </a:rPr>
              <a:t> </a:t>
            </a:r>
          </a:p>
          <a:p>
            <a:pPr marL="342900" lvl="0" indent="-342900">
              <a:buFont typeface="Arial" panose="020B0604020202020204" pitchFamily="34" charset="0"/>
              <a:buChar char="•"/>
            </a:pPr>
            <a:r>
              <a:rPr lang="en-US" dirty="0" err="1">
                <a:solidFill>
                  <a:schemeClr val="bg1"/>
                </a:solidFill>
              </a:rPr>
              <a:t>Pexels</a:t>
            </a:r>
            <a:r>
              <a:rPr lang="en-US" dirty="0">
                <a:solidFill>
                  <a:schemeClr val="bg1"/>
                </a:solidFill>
              </a:rPr>
              <a:t> – </a:t>
            </a:r>
            <a:r>
              <a:rPr lang="en-US" dirty="0">
                <a:solidFill>
                  <a:schemeClr val="bg1"/>
                </a:solidFill>
                <a:hlinkClick r:id="rId12">
                  <a:extLst>
                    <a:ext uri="{A12FA001-AC4F-418D-AE19-62706E023703}">
                      <ahyp:hlinkClr xmlns:ahyp="http://schemas.microsoft.com/office/drawing/2018/hyperlinkcolor" val="tx"/>
                    </a:ext>
                  </a:extLst>
                </a:hlinkClick>
              </a:rPr>
              <a:t>https://www.pexels.com</a:t>
            </a:r>
            <a:r>
              <a:rPr lang="en-US" dirty="0">
                <a:solidFill>
                  <a:schemeClr val="bg1"/>
                </a:solidFill>
              </a:rPr>
              <a:t> </a:t>
            </a:r>
          </a:p>
          <a:p>
            <a:pPr marL="342900" lvl="0" indent="-342900">
              <a:buFont typeface="Arial" panose="020B0604020202020204" pitchFamily="34" charset="0"/>
              <a:buChar char="•"/>
            </a:pPr>
            <a:r>
              <a:rPr lang="en-US" dirty="0">
                <a:solidFill>
                  <a:schemeClr val="bg1"/>
                </a:solidFill>
              </a:rPr>
              <a:t>Wikimedia Commons – </a:t>
            </a:r>
            <a:r>
              <a:rPr lang="en-US" dirty="0">
                <a:solidFill>
                  <a:schemeClr val="bg1"/>
                </a:solidFill>
                <a:hlinkClick r:id="rId13">
                  <a:extLst>
                    <a:ext uri="{A12FA001-AC4F-418D-AE19-62706E023703}">
                      <ahyp:hlinkClr xmlns:ahyp="http://schemas.microsoft.com/office/drawing/2018/hyperlinkcolor" val="tx"/>
                    </a:ext>
                  </a:extLst>
                </a:hlinkClick>
              </a:rPr>
              <a:t>https://commons.wikimedia.org</a:t>
            </a:r>
            <a:r>
              <a:rPr lang="en-US" dirty="0">
                <a:solidFill>
                  <a:schemeClr val="bg1"/>
                </a:solidFill>
              </a:rPr>
              <a:t> </a:t>
            </a:r>
          </a:p>
        </p:txBody>
      </p:sp>
      <p:sp>
        <p:nvSpPr>
          <p:cNvPr id="14" name="TextBox 13">
            <a:extLst>
              <a:ext uri="{FF2B5EF4-FFF2-40B4-BE49-F238E27FC236}">
                <a16:creationId xmlns:a16="http://schemas.microsoft.com/office/drawing/2014/main" id="{3A5675FD-57B8-A55E-6ECF-C3417D00557D}"/>
              </a:ext>
            </a:extLst>
          </p:cNvPr>
          <p:cNvSpPr txBox="1"/>
          <p:nvPr/>
        </p:nvSpPr>
        <p:spPr>
          <a:xfrm>
            <a:off x="8285017" y="1690688"/>
            <a:ext cx="3906983" cy="2585323"/>
          </a:xfrm>
          <a:prstGeom prst="rect">
            <a:avLst/>
          </a:prstGeom>
          <a:noFill/>
        </p:spPr>
        <p:txBody>
          <a:bodyPr wrap="square">
            <a:spAutoFit/>
          </a:bodyPr>
          <a:lstStyle/>
          <a:p>
            <a:r>
              <a:rPr lang="en-US" b="1" dirty="0">
                <a:solidFill>
                  <a:srgbClr val="FFC000"/>
                </a:solidFill>
              </a:rPr>
              <a:t>Conservation &amp; Biodiversity</a:t>
            </a:r>
          </a:p>
          <a:p>
            <a:pPr marL="342900" lvl="0" indent="-342900">
              <a:buFont typeface="Arial" panose="020B0604020202020204" pitchFamily="34" charset="0"/>
              <a:buChar char="•"/>
            </a:pPr>
            <a:r>
              <a:rPr lang="en-US" dirty="0">
                <a:solidFill>
                  <a:schemeClr val="bg1"/>
                </a:solidFill>
              </a:rPr>
              <a:t>IUCN Red List – </a:t>
            </a:r>
            <a:r>
              <a:rPr lang="en-US" dirty="0">
                <a:solidFill>
                  <a:schemeClr val="bg1"/>
                </a:solidFill>
                <a:hlinkClick r:id="rId14">
                  <a:extLst>
                    <a:ext uri="{A12FA001-AC4F-418D-AE19-62706E023703}">
                      <ahyp:hlinkClr xmlns:ahyp="http://schemas.microsoft.com/office/drawing/2018/hyperlinkcolor" val="tx"/>
                    </a:ext>
                  </a:extLst>
                </a:hlinkClick>
              </a:rPr>
              <a:t>https://www.iucnredlist.org</a:t>
            </a:r>
            <a:r>
              <a:rPr lang="en-US" dirty="0">
                <a:solidFill>
                  <a:schemeClr val="bg1"/>
                </a:solidFill>
              </a:rPr>
              <a:t> </a:t>
            </a:r>
          </a:p>
          <a:p>
            <a:pPr marL="342900" lvl="0" indent="-342900">
              <a:buFont typeface="Arial" panose="020B0604020202020204" pitchFamily="34" charset="0"/>
              <a:buChar char="•"/>
            </a:pPr>
            <a:r>
              <a:rPr lang="en-US" dirty="0">
                <a:solidFill>
                  <a:schemeClr val="bg1"/>
                </a:solidFill>
              </a:rPr>
              <a:t>GBIF – </a:t>
            </a:r>
            <a:r>
              <a:rPr lang="en-US" dirty="0">
                <a:solidFill>
                  <a:schemeClr val="bg1"/>
                </a:solidFill>
                <a:hlinkClick r:id="rId15">
                  <a:extLst>
                    <a:ext uri="{A12FA001-AC4F-418D-AE19-62706E023703}">
                      <ahyp:hlinkClr xmlns:ahyp="http://schemas.microsoft.com/office/drawing/2018/hyperlinkcolor" val="tx"/>
                    </a:ext>
                  </a:extLst>
                </a:hlinkClick>
              </a:rPr>
              <a:t>https://www.gbif.org</a:t>
            </a:r>
            <a:r>
              <a:rPr lang="en-US" dirty="0">
                <a:solidFill>
                  <a:schemeClr val="bg1"/>
                </a:solidFill>
              </a:rPr>
              <a:t> </a:t>
            </a:r>
          </a:p>
          <a:p>
            <a:pPr marL="342900" lvl="0" indent="-342900">
              <a:buFont typeface="Arial" panose="020B0604020202020204" pitchFamily="34" charset="0"/>
              <a:buChar char="•"/>
            </a:pPr>
            <a:r>
              <a:rPr lang="en-US" dirty="0">
                <a:solidFill>
                  <a:schemeClr val="bg1"/>
                </a:solidFill>
              </a:rPr>
              <a:t>iNaturalist – </a:t>
            </a:r>
            <a:r>
              <a:rPr lang="en-US" dirty="0">
                <a:solidFill>
                  <a:schemeClr val="bg1"/>
                </a:solidFill>
                <a:hlinkClick r:id="rId16">
                  <a:extLst>
                    <a:ext uri="{A12FA001-AC4F-418D-AE19-62706E023703}">
                      <ahyp:hlinkClr xmlns:ahyp="http://schemas.microsoft.com/office/drawing/2018/hyperlinkcolor" val="tx"/>
                    </a:ext>
                  </a:extLst>
                </a:hlinkClick>
              </a:rPr>
              <a:t>https://www.inaturalist.org</a:t>
            </a:r>
            <a:r>
              <a:rPr lang="en-US" dirty="0">
                <a:solidFill>
                  <a:schemeClr val="bg1"/>
                </a:solidFill>
              </a:rPr>
              <a:t> </a:t>
            </a:r>
          </a:p>
          <a:p>
            <a:pPr marL="342900" lvl="0" indent="-342900">
              <a:buFont typeface="Arial" panose="020B0604020202020204" pitchFamily="34" charset="0"/>
              <a:buChar char="•"/>
            </a:pPr>
            <a:r>
              <a:rPr lang="en-US" dirty="0">
                <a:solidFill>
                  <a:schemeClr val="bg1"/>
                </a:solidFill>
              </a:rPr>
              <a:t>National Geographic Education – </a:t>
            </a:r>
            <a:r>
              <a:rPr lang="en-US" dirty="0">
                <a:solidFill>
                  <a:schemeClr val="bg1"/>
                </a:solidFill>
                <a:hlinkClick r:id="rId17">
                  <a:extLst>
                    <a:ext uri="{A12FA001-AC4F-418D-AE19-62706E023703}">
                      <ahyp:hlinkClr xmlns:ahyp="http://schemas.microsoft.com/office/drawing/2018/hyperlinkcolor" val="tx"/>
                    </a:ext>
                  </a:extLst>
                </a:hlinkClick>
              </a:rPr>
              <a:t>https://education.nationalgeographic.org</a:t>
            </a:r>
            <a:endParaRPr lang="en-US" dirty="0">
              <a:solidFill>
                <a:schemeClr val="bg1"/>
              </a:solidFill>
            </a:endParaRPr>
          </a:p>
        </p:txBody>
      </p:sp>
      <p:pic>
        <p:nvPicPr>
          <p:cNvPr id="17" name="Picture 16" descr="The end - Free communications icons">
            <a:extLst>
              <a:ext uri="{FF2B5EF4-FFF2-40B4-BE49-F238E27FC236}">
                <a16:creationId xmlns:a16="http://schemas.microsoft.com/office/drawing/2014/main" id="{407C0786-8329-62F4-11DB-42E6732F6997}"/>
              </a:ext>
            </a:extLst>
          </p:cNvPr>
          <p:cNvPicPr>
            <a:picLocks noChangeAspect="1"/>
          </p:cNvPicPr>
          <p:nvPr/>
        </p:nvPicPr>
        <p:blipFill>
          <a:blip r:embed="rId18"/>
          <a:stretch>
            <a:fillRect/>
          </a:stretch>
        </p:blipFill>
        <p:spPr>
          <a:xfrm>
            <a:off x="4828308" y="3662118"/>
            <a:ext cx="2535383" cy="2535383"/>
          </a:xfrm>
          <a:prstGeom prst="rect">
            <a:avLst/>
          </a:prstGeom>
        </p:spPr>
      </p:pic>
    </p:spTree>
    <p:extLst>
      <p:ext uri="{BB962C8B-B14F-4D97-AF65-F5344CB8AC3E}">
        <p14:creationId xmlns:p14="http://schemas.microsoft.com/office/powerpoint/2010/main" val="1964680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TotalTime>
  <Words>1051</Words>
  <Application>Microsoft Macintosh PowerPoint</Application>
  <PresentationFormat>Widescreen</PresentationFormat>
  <Paragraphs>206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    Discovering Plants</vt:lpstr>
      <vt:lpstr>PowerPoint Presentation</vt:lpstr>
      <vt:lpstr>Main Menu</vt:lpstr>
      <vt:lpstr>Why Plants Matter?  </vt:lpstr>
      <vt:lpstr>Biodiversity  </vt:lpstr>
      <vt:lpstr>Plant Adaptations  </vt:lpstr>
      <vt:lpstr>Indigenous Medicinal Plants  </vt:lpstr>
      <vt:lpstr>Indigenous Medicinal Plants  </vt:lpstr>
      <vt:lpstr>Indigenous Knowledge Spotlight  </vt:lpstr>
      <vt:lpstr>Scientific Connections  </vt:lpstr>
      <vt:lpstr>Plants and Nutrition  </vt:lpstr>
      <vt:lpstr>Conservation: Why Should We Protect Plants? </vt:lpstr>
      <vt:lpstr>Quiz Yourself </vt:lpstr>
      <vt:lpstr>Plants Fun Facts  </vt:lpstr>
      <vt:lpstr>Congratulations! </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Thembisile Buthelezi</dc:creator>
  <cp:lastModifiedBy>Thembisile Buthelezi</cp:lastModifiedBy>
  <cp:revision>4</cp:revision>
  <dcterms:created xsi:type="dcterms:W3CDTF">2026-08-12T15:34:52Z</dcterms:created>
  <dcterms:modified xsi:type="dcterms:W3CDTF">2026-08-12T23:31:06Z</dcterms:modified>
</cp:coreProperties>
</file>